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39AA35-D8CA-4F35-8F2E-D0E5319720CC}">
  <a:tblStyle styleId="{5939AA35-D8CA-4F35-8F2E-D0E5319720CC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9FE"/>
          </a:solidFill>
        </a:fill>
      </a:tcStyle>
    </a:wholeTbl>
    <a:band1H>
      <a:tcTxStyle/>
      <a:tcStyle>
        <a:fill>
          <a:solidFill>
            <a:srgbClr val="DEF3FC"/>
          </a:solidFill>
        </a:fill>
      </a:tcStyle>
    </a:band1H>
    <a:band2H>
      <a:tcTxStyle/>
    </a:band2H>
    <a:band1V>
      <a:tcTxStyle/>
      <a:tcStyle>
        <a:fill>
          <a:solidFill>
            <a:srgbClr val="DEF3FC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FF9FE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FF9FE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2"/>
          <p:cNvGrpSpPr/>
          <p:nvPr/>
        </p:nvGrpSpPr>
        <p:grpSpPr>
          <a:xfrm rot="248467">
            <a:off x="223563" y="2575407"/>
            <a:ext cx="4688853" cy="2424835"/>
            <a:chOff x="-10068" y="2615721"/>
            <a:chExt cx="5488038" cy="2838132"/>
          </a:xfrm>
        </p:grpSpPr>
        <p:sp>
          <p:nvSpPr>
            <p:cNvPr id="80" name="Google Shape;80;p2"/>
            <p:cNvSpPr/>
            <p:nvPr/>
          </p:nvSpPr>
          <p:spPr>
            <a:xfrm>
              <a:off x="-10068" y="2615721"/>
              <a:ext cx="5488038" cy="2838132"/>
            </a:xfrm>
            <a:custGeom>
              <a:rect b="b" l="l" r="r" t="t"/>
              <a:pathLst>
                <a:path extrusionOk="0" h="10000" w="9365">
                  <a:moveTo>
                    <a:pt x="9361" y="8284"/>
                  </a:moveTo>
                  <a:cubicBezTo>
                    <a:pt x="9458" y="5904"/>
                    <a:pt x="8063" y="5204"/>
                    <a:pt x="7400" y="6388"/>
                  </a:cubicBezTo>
                  <a:cubicBezTo>
                    <a:pt x="7505" y="5833"/>
                    <a:pt x="7780" y="4506"/>
                    <a:pt x="7124" y="3477"/>
                  </a:cubicBezTo>
                  <a:cubicBezTo>
                    <a:pt x="6580" y="2623"/>
                    <a:pt x="6015" y="3178"/>
                    <a:pt x="5616" y="3612"/>
                  </a:cubicBezTo>
                  <a:cubicBezTo>
                    <a:pt x="5701" y="3233"/>
                    <a:pt x="5721" y="2394"/>
                    <a:pt x="5603" y="1987"/>
                  </a:cubicBezTo>
                  <a:cubicBezTo>
                    <a:pt x="5379" y="1160"/>
                    <a:pt x="5136" y="863"/>
                    <a:pt x="4756" y="809"/>
                  </a:cubicBezTo>
                  <a:cubicBezTo>
                    <a:pt x="4297" y="741"/>
                    <a:pt x="4008" y="1134"/>
                    <a:pt x="3785" y="1729"/>
                  </a:cubicBezTo>
                  <a:cubicBezTo>
                    <a:pt x="3771" y="1134"/>
                    <a:pt x="3680" y="267"/>
                    <a:pt x="3182" y="91"/>
                  </a:cubicBezTo>
                  <a:cubicBezTo>
                    <a:pt x="2191" y="-261"/>
                    <a:pt x="1994" y="1201"/>
                    <a:pt x="1994" y="1201"/>
                  </a:cubicBezTo>
                  <a:cubicBezTo>
                    <a:pt x="1699" y="-464"/>
                    <a:pt x="308" y="-275"/>
                    <a:pt x="0" y="1024"/>
                  </a:cubicBezTo>
                  <a:lnTo>
                    <a:pt x="0" y="7065"/>
                  </a:lnTo>
                  <a:cubicBezTo>
                    <a:pt x="1428" y="8561"/>
                    <a:pt x="3374" y="8226"/>
                    <a:pt x="8569" y="10000"/>
                  </a:cubicBezTo>
                  <a:cubicBezTo>
                    <a:pt x="8569" y="10000"/>
                    <a:pt x="9228" y="10077"/>
                    <a:pt x="9361" y="8284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049972" y="4978661"/>
              <a:ext cx="133444" cy="69977"/>
            </a:xfrm>
            <a:custGeom>
              <a:rect b="b" l="l" r="r" t="t"/>
              <a:pathLst>
                <a:path extrusionOk="0" h="18" w="35">
                  <a:moveTo>
                    <a:pt x="4" y="0"/>
                  </a:moveTo>
                  <a:cubicBezTo>
                    <a:pt x="4" y="0"/>
                    <a:pt x="2" y="2"/>
                    <a:pt x="0" y="5"/>
                  </a:cubicBezTo>
                  <a:cubicBezTo>
                    <a:pt x="22" y="17"/>
                    <a:pt x="27" y="17"/>
                    <a:pt x="35" y="2"/>
                  </a:cubicBezTo>
                  <a:cubicBezTo>
                    <a:pt x="20" y="1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504766" y="2944450"/>
              <a:ext cx="84623" cy="96015"/>
            </a:xfrm>
            <a:custGeom>
              <a:rect b="b" l="l" r="r" t="t"/>
              <a:pathLst>
                <a:path extrusionOk="0" h="25" w="22">
                  <a:moveTo>
                    <a:pt x="4" y="0"/>
                  </a:moveTo>
                  <a:cubicBezTo>
                    <a:pt x="4" y="0"/>
                    <a:pt x="0" y="20"/>
                    <a:pt x="18" y="25"/>
                  </a:cubicBezTo>
                  <a:cubicBezTo>
                    <a:pt x="22" y="9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304599" y="3125088"/>
              <a:ext cx="100897" cy="81368"/>
            </a:xfrm>
            <a:custGeom>
              <a:rect b="b" l="l" r="r" t="t"/>
              <a:pathLst>
                <a:path extrusionOk="0" h="21" w="26">
                  <a:moveTo>
                    <a:pt x="0" y="2"/>
                  </a:moveTo>
                  <a:cubicBezTo>
                    <a:pt x="0" y="2"/>
                    <a:pt x="8" y="21"/>
                    <a:pt x="26" y="15"/>
                  </a:cubicBezTo>
                  <a:cubicBezTo>
                    <a:pt x="19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459199" y="3294334"/>
              <a:ext cx="107406" cy="89505"/>
            </a:xfrm>
            <a:custGeom>
              <a:rect b="b" l="l" r="r" t="t"/>
              <a:pathLst>
                <a:path extrusionOk="0" h="23" w="28">
                  <a:moveTo>
                    <a:pt x="0" y="7"/>
                  </a:moveTo>
                  <a:cubicBezTo>
                    <a:pt x="0" y="7"/>
                    <a:pt x="12" y="23"/>
                    <a:pt x="28" y="12"/>
                  </a:cubicBezTo>
                  <a:cubicBezTo>
                    <a:pt x="20" y="0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005163" y="3133224"/>
              <a:ext cx="115543" cy="87878"/>
            </a:xfrm>
            <a:custGeom>
              <a:rect b="b" l="l" r="r" t="t"/>
              <a:pathLst>
                <a:path extrusionOk="0" h="23" w="30">
                  <a:moveTo>
                    <a:pt x="0" y="10"/>
                  </a:moveTo>
                  <a:cubicBezTo>
                    <a:pt x="0" y="10"/>
                    <a:pt x="16" y="23"/>
                    <a:pt x="30" y="10"/>
                  </a:cubicBezTo>
                  <a:cubicBezTo>
                    <a:pt x="17" y="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759430" y="2687325"/>
              <a:ext cx="92760" cy="115543"/>
            </a:xfrm>
            <a:custGeom>
              <a:rect b="b" l="l" r="r" t="t"/>
              <a:pathLst>
                <a:path extrusionOk="0" h="30" w="24">
                  <a:moveTo>
                    <a:pt x="13" y="30"/>
                  </a:moveTo>
                  <a:cubicBezTo>
                    <a:pt x="24" y="18"/>
                    <a:pt x="14" y="0"/>
                    <a:pt x="14" y="0"/>
                  </a:cubicBezTo>
                  <a:cubicBezTo>
                    <a:pt x="14" y="0"/>
                    <a:pt x="0" y="16"/>
                    <a:pt x="13" y="3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012505" y="3522166"/>
              <a:ext cx="92760" cy="73232"/>
            </a:xfrm>
            <a:custGeom>
              <a:rect b="b" l="l" r="r" t="t"/>
              <a:pathLst>
                <a:path extrusionOk="0" h="19" w="24">
                  <a:moveTo>
                    <a:pt x="0" y="3"/>
                  </a:moveTo>
                  <a:cubicBezTo>
                    <a:pt x="4" y="19"/>
                    <a:pt x="24" y="19"/>
                    <a:pt x="24" y="19"/>
                  </a:cubicBezTo>
                  <a:cubicBezTo>
                    <a:pt x="24" y="19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074345" y="3401740"/>
              <a:ext cx="107406" cy="89505"/>
            </a:xfrm>
            <a:custGeom>
              <a:rect b="b" l="l" r="r" t="t"/>
              <a:pathLst>
                <a:path extrusionOk="0" h="23" w="28">
                  <a:moveTo>
                    <a:pt x="0" y="11"/>
                  </a:moveTo>
                  <a:cubicBezTo>
                    <a:pt x="10" y="23"/>
                    <a:pt x="28" y="16"/>
                    <a:pt x="28" y="16"/>
                  </a:cubicBezTo>
                  <a:cubicBezTo>
                    <a:pt x="28" y="16"/>
                    <a:pt x="15" y="0"/>
                    <a:pt x="0" y="11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107725" y="4332596"/>
              <a:ext cx="84623" cy="81368"/>
            </a:xfrm>
            <a:custGeom>
              <a:rect b="b" l="l" r="r" t="t"/>
              <a:pathLst>
                <a:path extrusionOk="0" h="21" w="22">
                  <a:moveTo>
                    <a:pt x="0" y="3"/>
                  </a:moveTo>
                  <a:cubicBezTo>
                    <a:pt x="2" y="19"/>
                    <a:pt x="22" y="21"/>
                    <a:pt x="22" y="21"/>
                  </a:cubicBezTo>
                  <a:cubicBezTo>
                    <a:pt x="22" y="21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77702" y="4225189"/>
              <a:ext cx="102524" cy="84623"/>
            </a:xfrm>
            <a:custGeom>
              <a:rect b="b" l="l" r="r" t="t"/>
              <a:pathLst>
                <a:path extrusionOk="0" h="22" w="27">
                  <a:moveTo>
                    <a:pt x="0" y="9"/>
                  </a:moveTo>
                  <a:cubicBezTo>
                    <a:pt x="9" y="22"/>
                    <a:pt x="27" y="16"/>
                    <a:pt x="27" y="16"/>
                  </a:cubicBezTo>
                  <a:cubicBezTo>
                    <a:pt x="27" y="16"/>
                    <a:pt x="16" y="0"/>
                    <a:pt x="0" y="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50267" y="3751625"/>
              <a:ext cx="76486" cy="81368"/>
            </a:xfrm>
            <a:custGeom>
              <a:rect b="b" l="l" r="r" t="t"/>
              <a:pathLst>
                <a:path extrusionOk="0" h="21" w="20">
                  <a:moveTo>
                    <a:pt x="0" y="0"/>
                  </a:moveTo>
                  <a:cubicBezTo>
                    <a:pt x="0" y="0"/>
                    <a:pt x="1" y="20"/>
                    <a:pt x="20" y="21"/>
                  </a:cubicBezTo>
                  <a:cubicBezTo>
                    <a:pt x="19" y="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731802" y="3706058"/>
              <a:ext cx="84623" cy="104152"/>
            </a:xfrm>
            <a:custGeom>
              <a:rect b="b" l="l" r="r" t="t"/>
              <a:pathLst>
                <a:path extrusionOk="0" h="27" w="22">
                  <a:moveTo>
                    <a:pt x="5" y="0"/>
                  </a:moveTo>
                  <a:cubicBezTo>
                    <a:pt x="5" y="0"/>
                    <a:pt x="0" y="20"/>
                    <a:pt x="17" y="27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899421" y="3559595"/>
              <a:ext cx="89505" cy="109034"/>
            </a:xfrm>
            <a:custGeom>
              <a:rect b="b" l="l" r="r" t="t"/>
              <a:pathLst>
                <a:path extrusionOk="0" h="28" w="23">
                  <a:moveTo>
                    <a:pt x="10" y="28"/>
                  </a:moveTo>
                  <a:cubicBezTo>
                    <a:pt x="23" y="19"/>
                    <a:pt x="17" y="0"/>
                    <a:pt x="17" y="0"/>
                  </a:cubicBezTo>
                  <a:cubicBezTo>
                    <a:pt x="17" y="0"/>
                    <a:pt x="0" y="11"/>
                    <a:pt x="10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215131" y="3971320"/>
              <a:ext cx="104152" cy="89505"/>
            </a:xfrm>
            <a:custGeom>
              <a:rect b="b" l="l" r="r" t="t"/>
              <a:pathLst>
                <a:path extrusionOk="0" h="23" w="27">
                  <a:moveTo>
                    <a:pt x="0" y="17"/>
                  </a:moveTo>
                  <a:cubicBezTo>
                    <a:pt x="15" y="23"/>
                    <a:pt x="27" y="8"/>
                    <a:pt x="27" y="8"/>
                  </a:cubicBezTo>
                  <a:cubicBezTo>
                    <a:pt x="27" y="8"/>
                    <a:pt x="9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700087" y="4413964"/>
              <a:ext cx="91133" cy="107406"/>
            </a:xfrm>
            <a:custGeom>
              <a:rect b="b" l="l" r="r" t="t"/>
              <a:pathLst>
                <a:path extrusionOk="0" h="28" w="24">
                  <a:moveTo>
                    <a:pt x="13" y="28"/>
                  </a:moveTo>
                  <a:cubicBezTo>
                    <a:pt x="24" y="16"/>
                    <a:pt x="12" y="0"/>
                    <a:pt x="12" y="0"/>
                  </a:cubicBezTo>
                  <a:cubicBezTo>
                    <a:pt x="12" y="0"/>
                    <a:pt x="0" y="15"/>
                    <a:pt x="13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573152" y="4425356"/>
              <a:ext cx="84623" cy="99270"/>
            </a:xfrm>
            <a:custGeom>
              <a:rect b="b" l="l" r="r" t="t"/>
              <a:pathLst>
                <a:path extrusionOk="0" h="26" w="22">
                  <a:moveTo>
                    <a:pt x="5" y="0"/>
                  </a:moveTo>
                  <a:cubicBezTo>
                    <a:pt x="5" y="0"/>
                    <a:pt x="0" y="20"/>
                    <a:pt x="18" y="26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111812" y="4591347"/>
              <a:ext cx="76486" cy="84623"/>
            </a:xfrm>
            <a:custGeom>
              <a:rect b="b" l="l" r="r" t="t"/>
              <a:pathLst>
                <a:path extrusionOk="0" h="22" w="20">
                  <a:moveTo>
                    <a:pt x="1" y="22"/>
                  </a:moveTo>
                  <a:cubicBezTo>
                    <a:pt x="17" y="20"/>
                    <a:pt x="20" y="0"/>
                    <a:pt x="20" y="0"/>
                  </a:cubicBezTo>
                  <a:cubicBezTo>
                    <a:pt x="20" y="0"/>
                    <a:pt x="0" y="3"/>
                    <a:pt x="1" y="2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176907" y="4698754"/>
              <a:ext cx="99270" cy="79741"/>
            </a:xfrm>
            <a:custGeom>
              <a:rect b="b" l="l" r="r" t="t"/>
              <a:pathLst>
                <a:path extrusionOk="0" h="21" w="26">
                  <a:moveTo>
                    <a:pt x="0" y="17"/>
                  </a:moveTo>
                  <a:cubicBezTo>
                    <a:pt x="15" y="21"/>
                    <a:pt x="26" y="5"/>
                    <a:pt x="26" y="5"/>
                  </a:cubicBezTo>
                  <a:cubicBezTo>
                    <a:pt x="26" y="5"/>
                    <a:pt x="6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353458" y="4591347"/>
              <a:ext cx="96015" cy="71604"/>
            </a:xfrm>
            <a:custGeom>
              <a:rect b="b" l="l" r="r" t="t"/>
              <a:pathLst>
                <a:path extrusionOk="0" h="19" w="25">
                  <a:moveTo>
                    <a:pt x="0" y="0"/>
                  </a:moveTo>
                  <a:cubicBezTo>
                    <a:pt x="0" y="0"/>
                    <a:pt x="7" y="19"/>
                    <a:pt x="25" y="16"/>
                  </a:cubicBezTo>
                  <a:cubicBezTo>
                    <a:pt x="2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001113" y="3033955"/>
              <a:ext cx="87878" cy="73232"/>
            </a:xfrm>
            <a:custGeom>
              <a:rect b="b" l="l" r="r" t="t"/>
              <a:pathLst>
                <a:path extrusionOk="0" h="19" w="23">
                  <a:moveTo>
                    <a:pt x="0" y="15"/>
                  </a:moveTo>
                  <a:cubicBezTo>
                    <a:pt x="14" y="19"/>
                    <a:pt x="23" y="3"/>
                    <a:pt x="23" y="3"/>
                  </a:cubicBezTo>
                  <a:cubicBezTo>
                    <a:pt x="23" y="3"/>
                    <a:pt x="6" y="0"/>
                    <a:pt x="0" y="15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800947" y="2924921"/>
              <a:ext cx="73232" cy="92760"/>
            </a:xfrm>
            <a:custGeom>
              <a:rect b="b" l="l" r="r" t="t"/>
              <a:pathLst>
                <a:path extrusionOk="0" h="24" w="19">
                  <a:moveTo>
                    <a:pt x="6" y="24"/>
                  </a:moveTo>
                  <a:cubicBezTo>
                    <a:pt x="19" y="18"/>
                    <a:pt x="15" y="0"/>
                    <a:pt x="15" y="0"/>
                  </a:cubicBezTo>
                  <a:cubicBezTo>
                    <a:pt x="15" y="0"/>
                    <a:pt x="0" y="8"/>
                    <a:pt x="6" y="24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4631" y="3009544"/>
              <a:ext cx="118798" cy="100897"/>
            </a:xfrm>
            <a:custGeom>
              <a:rect b="b" l="l" r="r" t="t"/>
              <a:pathLst>
                <a:path extrusionOk="0" h="26" w="31">
                  <a:moveTo>
                    <a:pt x="0" y="19"/>
                  </a:moveTo>
                  <a:cubicBezTo>
                    <a:pt x="21" y="26"/>
                    <a:pt x="31" y="3"/>
                    <a:pt x="31" y="3"/>
                  </a:cubicBezTo>
                  <a:cubicBezTo>
                    <a:pt x="31" y="3"/>
                    <a:pt x="7" y="0"/>
                    <a:pt x="0" y="1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765977" y="3956673"/>
              <a:ext cx="460546" cy="476819"/>
            </a:xfrm>
            <a:custGeom>
              <a:rect b="b" l="l" r="r" t="t"/>
              <a:pathLst>
                <a:path extrusionOk="0" h="124" w="120">
                  <a:moveTo>
                    <a:pt x="91" y="107"/>
                  </a:moveTo>
                  <a:cubicBezTo>
                    <a:pt x="108" y="100"/>
                    <a:pt x="120" y="83"/>
                    <a:pt x="106" y="63"/>
                  </a:cubicBezTo>
                  <a:cubicBezTo>
                    <a:pt x="97" y="51"/>
                    <a:pt x="78" y="60"/>
                    <a:pt x="78" y="60"/>
                  </a:cubicBezTo>
                  <a:cubicBezTo>
                    <a:pt x="78" y="60"/>
                    <a:pt x="89" y="48"/>
                    <a:pt x="80" y="35"/>
                  </a:cubicBezTo>
                  <a:cubicBezTo>
                    <a:pt x="70" y="21"/>
                    <a:pt x="53" y="29"/>
                    <a:pt x="40" y="45"/>
                  </a:cubicBezTo>
                  <a:cubicBezTo>
                    <a:pt x="56" y="27"/>
                    <a:pt x="45" y="3"/>
                    <a:pt x="28" y="2"/>
                  </a:cubicBezTo>
                  <a:cubicBezTo>
                    <a:pt x="11" y="0"/>
                    <a:pt x="0" y="20"/>
                    <a:pt x="5" y="24"/>
                  </a:cubicBezTo>
                  <a:cubicBezTo>
                    <a:pt x="8" y="20"/>
                    <a:pt x="11" y="3"/>
                    <a:pt x="33" y="10"/>
                  </a:cubicBezTo>
                  <a:cubicBezTo>
                    <a:pt x="52" y="18"/>
                    <a:pt x="34" y="53"/>
                    <a:pt x="34" y="53"/>
                  </a:cubicBezTo>
                  <a:cubicBezTo>
                    <a:pt x="34" y="53"/>
                    <a:pt x="58" y="28"/>
                    <a:pt x="73" y="38"/>
                  </a:cubicBezTo>
                  <a:cubicBezTo>
                    <a:pt x="82" y="46"/>
                    <a:pt x="72" y="67"/>
                    <a:pt x="72" y="67"/>
                  </a:cubicBezTo>
                  <a:cubicBezTo>
                    <a:pt x="72" y="67"/>
                    <a:pt x="94" y="56"/>
                    <a:pt x="103" y="68"/>
                  </a:cubicBezTo>
                  <a:cubicBezTo>
                    <a:pt x="119" y="88"/>
                    <a:pt x="81" y="110"/>
                    <a:pt x="81" y="110"/>
                  </a:cubicBezTo>
                  <a:cubicBezTo>
                    <a:pt x="81" y="110"/>
                    <a:pt x="108" y="112"/>
                    <a:pt x="119" y="124"/>
                  </a:cubicBezTo>
                  <a:cubicBezTo>
                    <a:pt x="116" y="111"/>
                    <a:pt x="106" y="109"/>
                    <a:pt x="91" y="10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381918" y="3474972"/>
              <a:ext cx="1021988" cy="831586"/>
            </a:xfrm>
            <a:custGeom>
              <a:rect b="b" l="l" r="r" t="t"/>
              <a:pathLst>
                <a:path extrusionOk="0" h="216" w="266">
                  <a:moveTo>
                    <a:pt x="245" y="183"/>
                  </a:moveTo>
                  <a:cubicBezTo>
                    <a:pt x="245" y="183"/>
                    <a:pt x="266" y="172"/>
                    <a:pt x="256" y="154"/>
                  </a:cubicBezTo>
                  <a:cubicBezTo>
                    <a:pt x="248" y="136"/>
                    <a:pt x="228" y="138"/>
                    <a:pt x="228" y="138"/>
                  </a:cubicBezTo>
                  <a:cubicBezTo>
                    <a:pt x="228" y="138"/>
                    <a:pt x="245" y="119"/>
                    <a:pt x="234" y="98"/>
                  </a:cubicBezTo>
                  <a:cubicBezTo>
                    <a:pt x="225" y="78"/>
                    <a:pt x="183" y="78"/>
                    <a:pt x="183" y="78"/>
                  </a:cubicBezTo>
                  <a:cubicBezTo>
                    <a:pt x="183" y="78"/>
                    <a:pt x="200" y="63"/>
                    <a:pt x="183" y="40"/>
                  </a:cubicBezTo>
                  <a:cubicBezTo>
                    <a:pt x="167" y="17"/>
                    <a:pt x="128" y="49"/>
                    <a:pt x="128" y="49"/>
                  </a:cubicBezTo>
                  <a:cubicBezTo>
                    <a:pt x="128" y="49"/>
                    <a:pt x="137" y="14"/>
                    <a:pt x="125" y="9"/>
                  </a:cubicBezTo>
                  <a:cubicBezTo>
                    <a:pt x="105" y="0"/>
                    <a:pt x="98" y="21"/>
                    <a:pt x="98" y="21"/>
                  </a:cubicBezTo>
                  <a:cubicBezTo>
                    <a:pt x="98" y="21"/>
                    <a:pt x="90" y="2"/>
                    <a:pt x="74" y="7"/>
                  </a:cubicBezTo>
                  <a:cubicBezTo>
                    <a:pt x="61" y="10"/>
                    <a:pt x="57" y="45"/>
                    <a:pt x="57" y="45"/>
                  </a:cubicBezTo>
                  <a:cubicBezTo>
                    <a:pt x="57" y="45"/>
                    <a:pt x="44" y="14"/>
                    <a:pt x="22" y="21"/>
                  </a:cubicBezTo>
                  <a:cubicBezTo>
                    <a:pt x="0" y="30"/>
                    <a:pt x="16" y="61"/>
                    <a:pt x="16" y="61"/>
                  </a:cubicBezTo>
                  <a:cubicBezTo>
                    <a:pt x="16" y="61"/>
                    <a:pt x="15" y="31"/>
                    <a:pt x="27" y="27"/>
                  </a:cubicBezTo>
                  <a:cubicBezTo>
                    <a:pt x="39" y="24"/>
                    <a:pt x="60" y="61"/>
                    <a:pt x="60" y="61"/>
                  </a:cubicBezTo>
                  <a:cubicBezTo>
                    <a:pt x="60" y="61"/>
                    <a:pt x="65" y="25"/>
                    <a:pt x="77" y="19"/>
                  </a:cubicBezTo>
                  <a:cubicBezTo>
                    <a:pt x="90" y="12"/>
                    <a:pt x="100" y="41"/>
                    <a:pt x="100" y="41"/>
                  </a:cubicBezTo>
                  <a:cubicBezTo>
                    <a:pt x="100" y="41"/>
                    <a:pt x="102" y="14"/>
                    <a:pt x="119" y="17"/>
                  </a:cubicBezTo>
                  <a:cubicBezTo>
                    <a:pt x="125" y="18"/>
                    <a:pt x="122" y="62"/>
                    <a:pt x="122" y="62"/>
                  </a:cubicBezTo>
                  <a:cubicBezTo>
                    <a:pt x="122" y="62"/>
                    <a:pt x="162" y="27"/>
                    <a:pt x="177" y="48"/>
                  </a:cubicBezTo>
                  <a:cubicBezTo>
                    <a:pt x="192" y="69"/>
                    <a:pt x="171" y="84"/>
                    <a:pt x="171" y="84"/>
                  </a:cubicBezTo>
                  <a:cubicBezTo>
                    <a:pt x="171" y="84"/>
                    <a:pt x="217" y="88"/>
                    <a:pt x="228" y="107"/>
                  </a:cubicBezTo>
                  <a:cubicBezTo>
                    <a:pt x="239" y="124"/>
                    <a:pt x="210" y="144"/>
                    <a:pt x="210" y="144"/>
                  </a:cubicBezTo>
                  <a:cubicBezTo>
                    <a:pt x="210" y="144"/>
                    <a:pt x="243" y="143"/>
                    <a:pt x="249" y="157"/>
                  </a:cubicBezTo>
                  <a:cubicBezTo>
                    <a:pt x="254" y="171"/>
                    <a:pt x="233" y="184"/>
                    <a:pt x="233" y="184"/>
                  </a:cubicBezTo>
                  <a:cubicBezTo>
                    <a:pt x="233" y="184"/>
                    <a:pt x="253" y="191"/>
                    <a:pt x="255" y="201"/>
                  </a:cubicBezTo>
                  <a:cubicBezTo>
                    <a:pt x="257" y="209"/>
                    <a:pt x="245" y="211"/>
                    <a:pt x="245" y="211"/>
                  </a:cubicBezTo>
                  <a:cubicBezTo>
                    <a:pt x="244" y="215"/>
                    <a:pt x="244" y="215"/>
                    <a:pt x="244" y="215"/>
                  </a:cubicBezTo>
                  <a:cubicBezTo>
                    <a:pt x="244" y="215"/>
                    <a:pt x="263" y="216"/>
                    <a:pt x="262" y="202"/>
                  </a:cubicBezTo>
                  <a:cubicBezTo>
                    <a:pt x="260" y="188"/>
                    <a:pt x="245" y="183"/>
                    <a:pt x="245" y="18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924664" y="4363516"/>
              <a:ext cx="488211" cy="953638"/>
            </a:xfrm>
            <a:custGeom>
              <a:rect b="b" l="l" r="r" t="t"/>
              <a:pathLst>
                <a:path extrusionOk="0" h="248" w="127">
                  <a:moveTo>
                    <a:pt x="101" y="124"/>
                  </a:moveTo>
                  <a:cubicBezTo>
                    <a:pt x="101" y="124"/>
                    <a:pt x="120" y="124"/>
                    <a:pt x="121" y="101"/>
                  </a:cubicBezTo>
                  <a:cubicBezTo>
                    <a:pt x="122" y="79"/>
                    <a:pt x="80" y="78"/>
                    <a:pt x="80" y="78"/>
                  </a:cubicBezTo>
                  <a:cubicBezTo>
                    <a:pt x="80" y="78"/>
                    <a:pt x="105" y="63"/>
                    <a:pt x="100" y="52"/>
                  </a:cubicBezTo>
                  <a:cubicBezTo>
                    <a:pt x="92" y="37"/>
                    <a:pt x="74" y="46"/>
                    <a:pt x="74" y="46"/>
                  </a:cubicBezTo>
                  <a:cubicBezTo>
                    <a:pt x="74" y="46"/>
                    <a:pt x="80" y="30"/>
                    <a:pt x="67" y="25"/>
                  </a:cubicBezTo>
                  <a:cubicBezTo>
                    <a:pt x="57" y="21"/>
                    <a:pt x="36" y="39"/>
                    <a:pt x="36" y="39"/>
                  </a:cubicBezTo>
                  <a:cubicBezTo>
                    <a:pt x="36" y="39"/>
                    <a:pt x="44" y="13"/>
                    <a:pt x="25" y="6"/>
                  </a:cubicBezTo>
                  <a:cubicBezTo>
                    <a:pt x="7" y="0"/>
                    <a:pt x="0" y="26"/>
                    <a:pt x="0" y="26"/>
                  </a:cubicBezTo>
                  <a:cubicBezTo>
                    <a:pt x="0" y="26"/>
                    <a:pt x="15" y="8"/>
                    <a:pt x="25" y="12"/>
                  </a:cubicBezTo>
                  <a:cubicBezTo>
                    <a:pt x="35" y="17"/>
                    <a:pt x="28" y="50"/>
                    <a:pt x="28" y="50"/>
                  </a:cubicBezTo>
                  <a:cubicBezTo>
                    <a:pt x="28" y="50"/>
                    <a:pt x="51" y="31"/>
                    <a:pt x="63" y="33"/>
                  </a:cubicBezTo>
                  <a:cubicBezTo>
                    <a:pt x="75" y="35"/>
                    <a:pt x="66" y="58"/>
                    <a:pt x="66" y="58"/>
                  </a:cubicBezTo>
                  <a:cubicBezTo>
                    <a:pt x="66" y="58"/>
                    <a:pt x="81" y="44"/>
                    <a:pt x="91" y="54"/>
                  </a:cubicBezTo>
                  <a:cubicBezTo>
                    <a:pt x="95" y="58"/>
                    <a:pt x="69" y="82"/>
                    <a:pt x="69" y="82"/>
                  </a:cubicBezTo>
                  <a:cubicBezTo>
                    <a:pt x="69" y="82"/>
                    <a:pt x="114" y="83"/>
                    <a:pt x="111" y="103"/>
                  </a:cubicBezTo>
                  <a:cubicBezTo>
                    <a:pt x="110" y="123"/>
                    <a:pt x="89" y="122"/>
                    <a:pt x="89" y="122"/>
                  </a:cubicBezTo>
                  <a:cubicBezTo>
                    <a:pt x="89" y="122"/>
                    <a:pt x="116" y="147"/>
                    <a:pt x="114" y="165"/>
                  </a:cubicBezTo>
                  <a:cubicBezTo>
                    <a:pt x="111" y="182"/>
                    <a:pt x="81" y="177"/>
                    <a:pt x="81" y="177"/>
                  </a:cubicBezTo>
                  <a:cubicBezTo>
                    <a:pt x="81" y="177"/>
                    <a:pt x="103" y="194"/>
                    <a:pt x="100" y="206"/>
                  </a:cubicBezTo>
                  <a:cubicBezTo>
                    <a:pt x="96" y="217"/>
                    <a:pt x="75" y="213"/>
                    <a:pt x="75" y="213"/>
                  </a:cubicBezTo>
                  <a:cubicBezTo>
                    <a:pt x="75" y="213"/>
                    <a:pt x="83" y="228"/>
                    <a:pt x="80" y="235"/>
                  </a:cubicBezTo>
                  <a:cubicBezTo>
                    <a:pt x="77" y="240"/>
                    <a:pt x="68" y="235"/>
                    <a:pt x="68" y="235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5" y="237"/>
                    <a:pt x="77" y="248"/>
                    <a:pt x="84" y="239"/>
                  </a:cubicBezTo>
                  <a:cubicBezTo>
                    <a:pt x="91" y="230"/>
                    <a:pt x="83" y="219"/>
                    <a:pt x="83" y="219"/>
                  </a:cubicBezTo>
                  <a:cubicBezTo>
                    <a:pt x="83" y="219"/>
                    <a:pt x="103" y="223"/>
                    <a:pt x="106" y="208"/>
                  </a:cubicBezTo>
                  <a:cubicBezTo>
                    <a:pt x="110" y="193"/>
                    <a:pt x="96" y="183"/>
                    <a:pt x="96" y="183"/>
                  </a:cubicBezTo>
                  <a:cubicBezTo>
                    <a:pt x="96" y="183"/>
                    <a:pt x="118" y="181"/>
                    <a:pt x="123" y="164"/>
                  </a:cubicBezTo>
                  <a:cubicBezTo>
                    <a:pt x="127" y="146"/>
                    <a:pt x="101" y="124"/>
                    <a:pt x="101" y="12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228113" y="2845180"/>
              <a:ext cx="1083828" cy="668849"/>
            </a:xfrm>
            <a:custGeom>
              <a:rect b="b" l="l" r="r" t="t"/>
              <a:pathLst>
                <a:path extrusionOk="0" h="174" w="282">
                  <a:moveTo>
                    <a:pt x="243" y="127"/>
                  </a:moveTo>
                  <a:cubicBezTo>
                    <a:pt x="243" y="127"/>
                    <a:pt x="272" y="99"/>
                    <a:pt x="269" y="87"/>
                  </a:cubicBezTo>
                  <a:cubicBezTo>
                    <a:pt x="266" y="69"/>
                    <a:pt x="245" y="75"/>
                    <a:pt x="245" y="75"/>
                  </a:cubicBezTo>
                  <a:cubicBezTo>
                    <a:pt x="245" y="75"/>
                    <a:pt x="260" y="54"/>
                    <a:pt x="245" y="42"/>
                  </a:cubicBezTo>
                  <a:cubicBezTo>
                    <a:pt x="234" y="35"/>
                    <a:pt x="207" y="67"/>
                    <a:pt x="207" y="67"/>
                  </a:cubicBezTo>
                  <a:cubicBezTo>
                    <a:pt x="207" y="67"/>
                    <a:pt x="219" y="12"/>
                    <a:pt x="191" y="12"/>
                  </a:cubicBezTo>
                  <a:cubicBezTo>
                    <a:pt x="164" y="13"/>
                    <a:pt x="158" y="37"/>
                    <a:pt x="158" y="37"/>
                  </a:cubicBezTo>
                  <a:cubicBezTo>
                    <a:pt x="158" y="37"/>
                    <a:pt x="139" y="0"/>
                    <a:pt x="116" y="6"/>
                  </a:cubicBezTo>
                  <a:cubicBezTo>
                    <a:pt x="94" y="12"/>
                    <a:pt x="84" y="40"/>
                    <a:pt x="84" y="40"/>
                  </a:cubicBezTo>
                  <a:cubicBezTo>
                    <a:pt x="84" y="40"/>
                    <a:pt x="77" y="20"/>
                    <a:pt x="58" y="24"/>
                  </a:cubicBezTo>
                  <a:cubicBezTo>
                    <a:pt x="38" y="28"/>
                    <a:pt x="38" y="54"/>
                    <a:pt x="38" y="54"/>
                  </a:cubicBezTo>
                  <a:cubicBezTo>
                    <a:pt x="38" y="54"/>
                    <a:pt x="26" y="44"/>
                    <a:pt x="14" y="52"/>
                  </a:cubicBezTo>
                  <a:cubicBezTo>
                    <a:pt x="0" y="61"/>
                    <a:pt x="10" y="78"/>
                    <a:pt x="10" y="78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9" y="62"/>
                    <a:pt x="18" y="58"/>
                  </a:cubicBezTo>
                  <a:cubicBezTo>
                    <a:pt x="27" y="53"/>
                    <a:pt x="43" y="65"/>
                    <a:pt x="43" y="65"/>
                  </a:cubicBezTo>
                  <a:cubicBezTo>
                    <a:pt x="43" y="65"/>
                    <a:pt x="44" y="39"/>
                    <a:pt x="58" y="34"/>
                  </a:cubicBezTo>
                  <a:cubicBezTo>
                    <a:pt x="74" y="29"/>
                    <a:pt x="88" y="60"/>
                    <a:pt x="88" y="60"/>
                  </a:cubicBezTo>
                  <a:cubicBezTo>
                    <a:pt x="88" y="60"/>
                    <a:pt x="91" y="19"/>
                    <a:pt x="113" y="17"/>
                  </a:cubicBezTo>
                  <a:cubicBezTo>
                    <a:pt x="133" y="16"/>
                    <a:pt x="157" y="52"/>
                    <a:pt x="157" y="52"/>
                  </a:cubicBezTo>
                  <a:cubicBezTo>
                    <a:pt x="157" y="52"/>
                    <a:pt x="161" y="24"/>
                    <a:pt x="186" y="23"/>
                  </a:cubicBezTo>
                  <a:cubicBezTo>
                    <a:pt x="210" y="22"/>
                    <a:pt x="199" y="82"/>
                    <a:pt x="199" y="82"/>
                  </a:cubicBezTo>
                  <a:cubicBezTo>
                    <a:pt x="199" y="82"/>
                    <a:pt x="235" y="48"/>
                    <a:pt x="240" y="53"/>
                  </a:cubicBezTo>
                  <a:cubicBezTo>
                    <a:pt x="250" y="67"/>
                    <a:pt x="228" y="87"/>
                    <a:pt x="228" y="87"/>
                  </a:cubicBezTo>
                  <a:cubicBezTo>
                    <a:pt x="228" y="87"/>
                    <a:pt x="257" y="76"/>
                    <a:pt x="257" y="92"/>
                  </a:cubicBezTo>
                  <a:cubicBezTo>
                    <a:pt x="256" y="108"/>
                    <a:pt x="227" y="136"/>
                    <a:pt x="227" y="136"/>
                  </a:cubicBezTo>
                  <a:cubicBezTo>
                    <a:pt x="227" y="136"/>
                    <a:pt x="269" y="130"/>
                    <a:pt x="272" y="142"/>
                  </a:cubicBezTo>
                  <a:cubicBezTo>
                    <a:pt x="274" y="156"/>
                    <a:pt x="248" y="174"/>
                    <a:pt x="248" y="174"/>
                  </a:cubicBezTo>
                  <a:cubicBezTo>
                    <a:pt x="248" y="174"/>
                    <a:pt x="282" y="167"/>
                    <a:pt x="279" y="142"/>
                  </a:cubicBezTo>
                  <a:cubicBezTo>
                    <a:pt x="276" y="118"/>
                    <a:pt x="243" y="127"/>
                    <a:pt x="243" y="12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381086" y="3136479"/>
              <a:ext cx="615146" cy="304318"/>
            </a:xfrm>
            <a:custGeom>
              <a:rect b="b" l="l" r="r" t="t"/>
              <a:pathLst>
                <a:path extrusionOk="0" h="79" w="160">
                  <a:moveTo>
                    <a:pt x="107" y="54"/>
                  </a:moveTo>
                  <a:cubicBezTo>
                    <a:pt x="114" y="35"/>
                    <a:pt x="115" y="17"/>
                    <a:pt x="97" y="14"/>
                  </a:cubicBezTo>
                  <a:cubicBezTo>
                    <a:pt x="82" y="12"/>
                    <a:pt x="75" y="27"/>
                    <a:pt x="75" y="27"/>
                  </a:cubicBezTo>
                  <a:cubicBezTo>
                    <a:pt x="75" y="27"/>
                    <a:pt x="75" y="6"/>
                    <a:pt x="60" y="4"/>
                  </a:cubicBezTo>
                  <a:cubicBezTo>
                    <a:pt x="36" y="0"/>
                    <a:pt x="27" y="18"/>
                    <a:pt x="28" y="37"/>
                  </a:cubicBezTo>
                  <a:cubicBezTo>
                    <a:pt x="20" y="24"/>
                    <a:pt x="13" y="17"/>
                    <a:pt x="0" y="20"/>
                  </a:cubicBezTo>
                  <a:cubicBezTo>
                    <a:pt x="16" y="23"/>
                    <a:pt x="30" y="46"/>
                    <a:pt x="30" y="46"/>
                  </a:cubicBezTo>
                  <a:cubicBezTo>
                    <a:pt x="30" y="46"/>
                    <a:pt x="32" y="4"/>
                    <a:pt x="57" y="9"/>
                  </a:cubicBezTo>
                  <a:cubicBezTo>
                    <a:pt x="72" y="12"/>
                    <a:pt x="72" y="36"/>
                    <a:pt x="72" y="36"/>
                  </a:cubicBezTo>
                  <a:cubicBezTo>
                    <a:pt x="72" y="36"/>
                    <a:pt x="86" y="17"/>
                    <a:pt x="98" y="22"/>
                  </a:cubicBezTo>
                  <a:cubicBezTo>
                    <a:pt x="113" y="30"/>
                    <a:pt x="102" y="63"/>
                    <a:pt x="102" y="63"/>
                  </a:cubicBezTo>
                  <a:cubicBezTo>
                    <a:pt x="102" y="63"/>
                    <a:pt x="126" y="32"/>
                    <a:pt x="140" y="45"/>
                  </a:cubicBezTo>
                  <a:cubicBezTo>
                    <a:pt x="157" y="61"/>
                    <a:pt x="144" y="71"/>
                    <a:pt x="140" y="76"/>
                  </a:cubicBezTo>
                  <a:cubicBezTo>
                    <a:pt x="147" y="79"/>
                    <a:pt x="160" y="59"/>
                    <a:pt x="151" y="46"/>
                  </a:cubicBezTo>
                  <a:cubicBezTo>
                    <a:pt x="141" y="32"/>
                    <a:pt x="115" y="32"/>
                    <a:pt x="107" y="5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545487" y="4575074"/>
              <a:ext cx="623283" cy="358021"/>
            </a:xfrm>
            <a:custGeom>
              <a:rect b="b" l="l" r="r" t="t"/>
              <a:pathLst>
                <a:path extrusionOk="0" h="93" w="162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424230" y="3663747"/>
              <a:ext cx="621655" cy="354767"/>
            </a:xfrm>
            <a:custGeom>
              <a:rect b="b" l="l" r="r" t="t"/>
              <a:pathLst>
                <a:path extrusionOk="0" h="92" w="162">
                  <a:moveTo>
                    <a:pt x="150" y="74"/>
                  </a:moveTo>
                  <a:cubicBezTo>
                    <a:pt x="150" y="74"/>
                    <a:pt x="160" y="65"/>
                    <a:pt x="154" y="57"/>
                  </a:cubicBezTo>
                  <a:cubicBezTo>
                    <a:pt x="148" y="48"/>
                    <a:pt x="136" y="54"/>
                    <a:pt x="136" y="54"/>
                  </a:cubicBezTo>
                  <a:cubicBezTo>
                    <a:pt x="136" y="54"/>
                    <a:pt x="145" y="40"/>
                    <a:pt x="137" y="31"/>
                  </a:cubicBezTo>
                  <a:cubicBezTo>
                    <a:pt x="131" y="22"/>
                    <a:pt x="107" y="29"/>
                    <a:pt x="107" y="29"/>
                  </a:cubicBezTo>
                  <a:cubicBezTo>
                    <a:pt x="107" y="29"/>
                    <a:pt x="115" y="18"/>
                    <a:pt x="104" y="9"/>
                  </a:cubicBezTo>
                  <a:cubicBezTo>
                    <a:pt x="92" y="0"/>
                    <a:pt x="74" y="24"/>
                    <a:pt x="74" y="24"/>
                  </a:cubicBezTo>
                  <a:cubicBezTo>
                    <a:pt x="74" y="24"/>
                    <a:pt x="77" y="3"/>
                    <a:pt x="68" y="2"/>
                  </a:cubicBezTo>
                  <a:cubicBezTo>
                    <a:pt x="57" y="1"/>
                    <a:pt x="54" y="14"/>
                    <a:pt x="54" y="14"/>
                  </a:cubicBezTo>
                  <a:cubicBezTo>
                    <a:pt x="54" y="14"/>
                    <a:pt x="49" y="5"/>
                    <a:pt x="40" y="10"/>
                  </a:cubicBezTo>
                  <a:cubicBezTo>
                    <a:pt x="33" y="14"/>
                    <a:pt x="33" y="33"/>
                    <a:pt x="33" y="33"/>
                  </a:cubicBezTo>
                  <a:cubicBezTo>
                    <a:pt x="33" y="33"/>
                    <a:pt x="24" y="19"/>
                    <a:pt x="12" y="27"/>
                  </a:cubicBezTo>
                  <a:cubicBezTo>
                    <a:pt x="0" y="35"/>
                    <a:pt x="11" y="48"/>
                    <a:pt x="11" y="48"/>
                  </a:cubicBezTo>
                  <a:cubicBezTo>
                    <a:pt x="11" y="48"/>
                    <a:pt x="8" y="33"/>
                    <a:pt x="15" y="29"/>
                  </a:cubicBezTo>
                  <a:cubicBezTo>
                    <a:pt x="22" y="26"/>
                    <a:pt x="36" y="41"/>
                    <a:pt x="36" y="41"/>
                  </a:cubicBezTo>
                  <a:cubicBezTo>
                    <a:pt x="36" y="41"/>
                    <a:pt x="36" y="22"/>
                    <a:pt x="42" y="16"/>
                  </a:cubicBezTo>
                  <a:cubicBezTo>
                    <a:pt x="49" y="10"/>
                    <a:pt x="57" y="24"/>
                    <a:pt x="57" y="24"/>
                  </a:cubicBezTo>
                  <a:cubicBezTo>
                    <a:pt x="57" y="24"/>
                    <a:pt x="56" y="9"/>
                    <a:pt x="66" y="8"/>
                  </a:cubicBezTo>
                  <a:cubicBezTo>
                    <a:pt x="70" y="7"/>
                    <a:pt x="71" y="31"/>
                    <a:pt x="71" y="31"/>
                  </a:cubicBezTo>
                  <a:cubicBezTo>
                    <a:pt x="71" y="31"/>
                    <a:pt x="91" y="6"/>
                    <a:pt x="101" y="14"/>
                  </a:cubicBezTo>
                  <a:cubicBezTo>
                    <a:pt x="110" y="23"/>
                    <a:pt x="101" y="35"/>
                    <a:pt x="101" y="35"/>
                  </a:cubicBezTo>
                  <a:cubicBezTo>
                    <a:pt x="101" y="35"/>
                    <a:pt x="126" y="29"/>
                    <a:pt x="134" y="37"/>
                  </a:cubicBezTo>
                  <a:cubicBezTo>
                    <a:pt x="143" y="44"/>
                    <a:pt x="127" y="60"/>
                    <a:pt x="127" y="60"/>
                  </a:cubicBezTo>
                  <a:cubicBezTo>
                    <a:pt x="127" y="60"/>
                    <a:pt x="146" y="54"/>
                    <a:pt x="150" y="60"/>
                  </a:cubicBezTo>
                  <a:cubicBezTo>
                    <a:pt x="154" y="66"/>
                    <a:pt x="144" y="76"/>
                    <a:pt x="144" y="76"/>
                  </a:cubicBezTo>
                  <a:cubicBezTo>
                    <a:pt x="144" y="76"/>
                    <a:pt x="154" y="77"/>
                    <a:pt x="156" y="82"/>
                  </a:cubicBezTo>
                  <a:cubicBezTo>
                    <a:pt x="158" y="86"/>
                    <a:pt x="151" y="89"/>
                    <a:pt x="151" y="89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1" y="92"/>
                    <a:pt x="162" y="89"/>
                    <a:pt x="160" y="82"/>
                  </a:cubicBezTo>
                  <a:cubicBezTo>
                    <a:pt x="158" y="74"/>
                    <a:pt x="150" y="74"/>
                    <a:pt x="150" y="7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201243" y="2687325"/>
              <a:ext cx="961775" cy="445899"/>
            </a:xfrm>
            <a:custGeom>
              <a:rect b="b" l="l" r="r" t="t"/>
              <a:pathLst>
                <a:path extrusionOk="0" h="116" w="250">
                  <a:moveTo>
                    <a:pt x="213" y="82"/>
                  </a:moveTo>
                  <a:cubicBezTo>
                    <a:pt x="213" y="82"/>
                    <a:pt x="235" y="59"/>
                    <a:pt x="232" y="49"/>
                  </a:cubicBezTo>
                  <a:cubicBezTo>
                    <a:pt x="226" y="37"/>
                    <a:pt x="210" y="44"/>
                    <a:pt x="210" y="44"/>
                  </a:cubicBezTo>
                  <a:cubicBezTo>
                    <a:pt x="210" y="44"/>
                    <a:pt x="221" y="26"/>
                    <a:pt x="205" y="20"/>
                  </a:cubicBezTo>
                  <a:cubicBezTo>
                    <a:pt x="196" y="15"/>
                    <a:pt x="176" y="41"/>
                    <a:pt x="176" y="41"/>
                  </a:cubicBezTo>
                  <a:cubicBezTo>
                    <a:pt x="176" y="41"/>
                    <a:pt x="180" y="0"/>
                    <a:pt x="158" y="3"/>
                  </a:cubicBezTo>
                  <a:cubicBezTo>
                    <a:pt x="134" y="7"/>
                    <a:pt x="131" y="24"/>
                    <a:pt x="131" y="24"/>
                  </a:cubicBezTo>
                  <a:cubicBezTo>
                    <a:pt x="131" y="24"/>
                    <a:pt x="112" y="0"/>
                    <a:pt x="93" y="7"/>
                  </a:cubicBezTo>
                  <a:cubicBezTo>
                    <a:pt x="74" y="13"/>
                    <a:pt x="70" y="34"/>
                    <a:pt x="70" y="34"/>
                  </a:cubicBezTo>
                  <a:cubicBezTo>
                    <a:pt x="70" y="34"/>
                    <a:pt x="62" y="20"/>
                    <a:pt x="45" y="25"/>
                  </a:cubicBezTo>
                  <a:cubicBezTo>
                    <a:pt x="28" y="31"/>
                    <a:pt x="31" y="50"/>
                    <a:pt x="31" y="50"/>
                  </a:cubicBezTo>
                  <a:cubicBezTo>
                    <a:pt x="31" y="50"/>
                    <a:pt x="20" y="43"/>
                    <a:pt x="11" y="50"/>
                  </a:cubicBezTo>
                  <a:cubicBezTo>
                    <a:pt x="0" y="58"/>
                    <a:pt x="10" y="69"/>
                    <a:pt x="10" y="6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7" y="58"/>
                    <a:pt x="14" y="55"/>
                  </a:cubicBezTo>
                  <a:cubicBezTo>
                    <a:pt x="22" y="50"/>
                    <a:pt x="36" y="57"/>
                    <a:pt x="36" y="57"/>
                  </a:cubicBezTo>
                  <a:cubicBezTo>
                    <a:pt x="36" y="57"/>
                    <a:pt x="35" y="37"/>
                    <a:pt x="47" y="33"/>
                  </a:cubicBezTo>
                  <a:cubicBezTo>
                    <a:pt x="60" y="27"/>
                    <a:pt x="73" y="48"/>
                    <a:pt x="73" y="48"/>
                  </a:cubicBezTo>
                  <a:cubicBezTo>
                    <a:pt x="73" y="48"/>
                    <a:pt x="73" y="19"/>
                    <a:pt x="91" y="15"/>
                  </a:cubicBezTo>
                  <a:cubicBezTo>
                    <a:pt x="109" y="12"/>
                    <a:pt x="133" y="36"/>
                    <a:pt x="133" y="36"/>
                  </a:cubicBezTo>
                  <a:cubicBezTo>
                    <a:pt x="133" y="36"/>
                    <a:pt x="134" y="15"/>
                    <a:pt x="154" y="12"/>
                  </a:cubicBezTo>
                  <a:cubicBezTo>
                    <a:pt x="175" y="9"/>
                    <a:pt x="171" y="52"/>
                    <a:pt x="171" y="52"/>
                  </a:cubicBezTo>
                  <a:cubicBezTo>
                    <a:pt x="171" y="52"/>
                    <a:pt x="199" y="25"/>
                    <a:pt x="203" y="28"/>
                  </a:cubicBezTo>
                  <a:cubicBezTo>
                    <a:pt x="213" y="37"/>
                    <a:pt x="196" y="53"/>
                    <a:pt x="196" y="53"/>
                  </a:cubicBezTo>
                  <a:cubicBezTo>
                    <a:pt x="196" y="53"/>
                    <a:pt x="221" y="43"/>
                    <a:pt x="221" y="55"/>
                  </a:cubicBezTo>
                  <a:cubicBezTo>
                    <a:pt x="222" y="66"/>
                    <a:pt x="201" y="90"/>
                    <a:pt x="201" y="90"/>
                  </a:cubicBezTo>
                  <a:cubicBezTo>
                    <a:pt x="201" y="90"/>
                    <a:pt x="236" y="81"/>
                    <a:pt x="239" y="90"/>
                  </a:cubicBezTo>
                  <a:cubicBezTo>
                    <a:pt x="243" y="99"/>
                    <a:pt x="222" y="116"/>
                    <a:pt x="222" y="116"/>
                  </a:cubicBezTo>
                  <a:cubicBezTo>
                    <a:pt x="222" y="116"/>
                    <a:pt x="250" y="107"/>
                    <a:pt x="245" y="89"/>
                  </a:cubicBezTo>
                  <a:cubicBezTo>
                    <a:pt x="240" y="71"/>
                    <a:pt x="213" y="82"/>
                    <a:pt x="213" y="8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344451" y="2924921"/>
              <a:ext cx="537032" cy="174129"/>
            </a:xfrm>
            <a:custGeom>
              <a:rect b="b" l="l" r="r" t="t"/>
              <a:pathLst>
                <a:path extrusionOk="0" h="45" w="140">
                  <a:moveTo>
                    <a:pt x="94" y="32"/>
                  </a:moveTo>
                  <a:cubicBezTo>
                    <a:pt x="99" y="16"/>
                    <a:pt x="98" y="4"/>
                    <a:pt x="81" y="3"/>
                  </a:cubicBezTo>
                  <a:cubicBezTo>
                    <a:pt x="68" y="3"/>
                    <a:pt x="65" y="15"/>
                    <a:pt x="65" y="15"/>
                  </a:cubicBezTo>
                  <a:cubicBezTo>
                    <a:pt x="65" y="15"/>
                    <a:pt x="62" y="0"/>
                    <a:pt x="50" y="0"/>
                  </a:cubicBezTo>
                  <a:cubicBezTo>
                    <a:pt x="29" y="0"/>
                    <a:pt x="23" y="13"/>
                    <a:pt x="26" y="27"/>
                  </a:cubicBezTo>
                  <a:cubicBezTo>
                    <a:pt x="17" y="18"/>
                    <a:pt x="10" y="14"/>
                    <a:pt x="0" y="17"/>
                  </a:cubicBezTo>
                  <a:cubicBezTo>
                    <a:pt x="13" y="18"/>
                    <a:pt x="28" y="34"/>
                    <a:pt x="28" y="34"/>
                  </a:cubicBezTo>
                  <a:cubicBezTo>
                    <a:pt x="28" y="34"/>
                    <a:pt x="26" y="2"/>
                    <a:pt x="48" y="4"/>
                  </a:cubicBezTo>
                  <a:cubicBezTo>
                    <a:pt x="60" y="4"/>
                    <a:pt x="63" y="22"/>
                    <a:pt x="63" y="22"/>
                  </a:cubicBezTo>
                  <a:cubicBezTo>
                    <a:pt x="63" y="22"/>
                    <a:pt x="73" y="6"/>
                    <a:pt x="83" y="9"/>
                  </a:cubicBezTo>
                  <a:cubicBezTo>
                    <a:pt x="98" y="14"/>
                    <a:pt x="91" y="38"/>
                    <a:pt x="91" y="38"/>
                  </a:cubicBezTo>
                  <a:cubicBezTo>
                    <a:pt x="91" y="38"/>
                    <a:pt x="108" y="13"/>
                    <a:pt x="122" y="22"/>
                  </a:cubicBezTo>
                  <a:cubicBezTo>
                    <a:pt x="137" y="32"/>
                    <a:pt x="128" y="40"/>
                    <a:pt x="126" y="44"/>
                  </a:cubicBezTo>
                  <a:cubicBezTo>
                    <a:pt x="131" y="45"/>
                    <a:pt x="140" y="30"/>
                    <a:pt x="131" y="22"/>
                  </a:cubicBezTo>
                  <a:cubicBezTo>
                    <a:pt x="122" y="12"/>
                    <a:pt x="99" y="14"/>
                    <a:pt x="94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8145" y="2664542"/>
              <a:ext cx="1091965" cy="541914"/>
            </a:xfrm>
            <a:custGeom>
              <a:rect b="b" l="l" r="r" t="t"/>
              <a:pathLst>
                <a:path extrusionOk="0" h="141" w="284">
                  <a:moveTo>
                    <a:pt x="272" y="62"/>
                  </a:moveTo>
                  <a:cubicBezTo>
                    <a:pt x="261" y="53"/>
                    <a:pt x="248" y="61"/>
                    <a:pt x="248" y="61"/>
                  </a:cubicBezTo>
                  <a:cubicBezTo>
                    <a:pt x="248" y="61"/>
                    <a:pt x="251" y="38"/>
                    <a:pt x="233" y="31"/>
                  </a:cubicBezTo>
                  <a:cubicBezTo>
                    <a:pt x="214" y="25"/>
                    <a:pt x="204" y="41"/>
                    <a:pt x="204" y="41"/>
                  </a:cubicBezTo>
                  <a:cubicBezTo>
                    <a:pt x="204" y="41"/>
                    <a:pt x="199" y="16"/>
                    <a:pt x="178" y="7"/>
                  </a:cubicBezTo>
                  <a:cubicBezTo>
                    <a:pt x="158" y="0"/>
                    <a:pt x="135" y="30"/>
                    <a:pt x="135" y="30"/>
                  </a:cubicBezTo>
                  <a:cubicBezTo>
                    <a:pt x="135" y="30"/>
                    <a:pt x="132" y="7"/>
                    <a:pt x="105" y="3"/>
                  </a:cubicBezTo>
                  <a:cubicBezTo>
                    <a:pt x="79" y="0"/>
                    <a:pt x="83" y="50"/>
                    <a:pt x="83" y="50"/>
                  </a:cubicBezTo>
                  <a:cubicBezTo>
                    <a:pt x="83" y="50"/>
                    <a:pt x="62" y="19"/>
                    <a:pt x="50" y="24"/>
                  </a:cubicBezTo>
                  <a:cubicBezTo>
                    <a:pt x="33" y="32"/>
                    <a:pt x="46" y="53"/>
                    <a:pt x="46" y="53"/>
                  </a:cubicBezTo>
                  <a:cubicBezTo>
                    <a:pt x="46" y="53"/>
                    <a:pt x="27" y="45"/>
                    <a:pt x="22" y="61"/>
                  </a:cubicBezTo>
                  <a:cubicBezTo>
                    <a:pt x="18" y="71"/>
                    <a:pt x="43" y="100"/>
                    <a:pt x="43" y="100"/>
                  </a:cubicBezTo>
                  <a:cubicBezTo>
                    <a:pt x="43" y="100"/>
                    <a:pt x="12" y="87"/>
                    <a:pt x="5" y="108"/>
                  </a:cubicBezTo>
                  <a:cubicBezTo>
                    <a:pt x="0" y="130"/>
                    <a:pt x="32" y="141"/>
                    <a:pt x="32" y="141"/>
                  </a:cubicBezTo>
                  <a:cubicBezTo>
                    <a:pt x="32" y="141"/>
                    <a:pt x="8" y="121"/>
                    <a:pt x="13" y="109"/>
                  </a:cubicBezTo>
                  <a:cubicBezTo>
                    <a:pt x="17" y="98"/>
                    <a:pt x="56" y="108"/>
                    <a:pt x="56" y="108"/>
                  </a:cubicBezTo>
                  <a:cubicBezTo>
                    <a:pt x="56" y="108"/>
                    <a:pt x="31" y="80"/>
                    <a:pt x="32" y="67"/>
                  </a:cubicBezTo>
                  <a:cubicBezTo>
                    <a:pt x="33" y="52"/>
                    <a:pt x="62" y="66"/>
                    <a:pt x="62" y="66"/>
                  </a:cubicBezTo>
                  <a:cubicBezTo>
                    <a:pt x="62" y="66"/>
                    <a:pt x="43" y="45"/>
                    <a:pt x="53" y="34"/>
                  </a:cubicBezTo>
                  <a:cubicBezTo>
                    <a:pt x="58" y="30"/>
                    <a:pt x="90" y="64"/>
                    <a:pt x="90" y="64"/>
                  </a:cubicBezTo>
                  <a:cubicBezTo>
                    <a:pt x="90" y="64"/>
                    <a:pt x="86" y="11"/>
                    <a:pt x="108" y="15"/>
                  </a:cubicBezTo>
                  <a:cubicBezTo>
                    <a:pt x="132" y="19"/>
                    <a:pt x="134" y="44"/>
                    <a:pt x="134" y="44"/>
                  </a:cubicBezTo>
                  <a:cubicBezTo>
                    <a:pt x="134" y="44"/>
                    <a:pt x="161" y="14"/>
                    <a:pt x="180" y="18"/>
                  </a:cubicBezTo>
                  <a:cubicBezTo>
                    <a:pt x="201" y="23"/>
                    <a:pt x="200" y="58"/>
                    <a:pt x="200" y="58"/>
                  </a:cubicBezTo>
                  <a:cubicBezTo>
                    <a:pt x="200" y="58"/>
                    <a:pt x="217" y="33"/>
                    <a:pt x="231" y="40"/>
                  </a:cubicBezTo>
                  <a:cubicBezTo>
                    <a:pt x="245" y="45"/>
                    <a:pt x="243" y="69"/>
                    <a:pt x="243" y="69"/>
                  </a:cubicBezTo>
                  <a:cubicBezTo>
                    <a:pt x="243" y="69"/>
                    <a:pt x="260" y="61"/>
                    <a:pt x="268" y="66"/>
                  </a:cubicBezTo>
                  <a:cubicBezTo>
                    <a:pt x="274" y="70"/>
                    <a:pt x="270" y="80"/>
                    <a:pt x="270" y="80"/>
                  </a:cubicBezTo>
                  <a:cubicBezTo>
                    <a:pt x="272" y="84"/>
                    <a:pt x="272" y="84"/>
                    <a:pt x="272" y="84"/>
                  </a:cubicBezTo>
                  <a:cubicBezTo>
                    <a:pt x="272" y="84"/>
                    <a:pt x="284" y="70"/>
                    <a:pt x="272" y="6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40364" y="2952586"/>
              <a:ext cx="603754" cy="219695"/>
            </a:xfrm>
            <a:custGeom>
              <a:rect b="b" l="l" r="r" t="t"/>
              <a:pathLst>
                <a:path extrusionOk="0" h="57" w="157">
                  <a:moveTo>
                    <a:pt x="128" y="34"/>
                  </a:moveTo>
                  <a:cubicBezTo>
                    <a:pt x="133" y="17"/>
                    <a:pt x="125" y="0"/>
                    <a:pt x="101" y="0"/>
                  </a:cubicBezTo>
                  <a:cubicBezTo>
                    <a:pt x="87" y="0"/>
                    <a:pt x="84" y="19"/>
                    <a:pt x="84" y="19"/>
                  </a:cubicBezTo>
                  <a:cubicBezTo>
                    <a:pt x="84" y="19"/>
                    <a:pt x="80" y="5"/>
                    <a:pt x="65" y="5"/>
                  </a:cubicBezTo>
                  <a:cubicBezTo>
                    <a:pt x="47" y="5"/>
                    <a:pt x="45" y="21"/>
                    <a:pt x="50" y="39"/>
                  </a:cubicBezTo>
                  <a:cubicBezTo>
                    <a:pt x="45" y="18"/>
                    <a:pt x="20" y="15"/>
                    <a:pt x="10" y="26"/>
                  </a:cubicBezTo>
                  <a:cubicBezTo>
                    <a:pt x="0" y="38"/>
                    <a:pt x="10" y="57"/>
                    <a:pt x="16" y="55"/>
                  </a:cubicBezTo>
                  <a:cubicBezTo>
                    <a:pt x="14" y="49"/>
                    <a:pt x="3" y="39"/>
                    <a:pt x="19" y="27"/>
                  </a:cubicBezTo>
                  <a:cubicBezTo>
                    <a:pt x="35" y="17"/>
                    <a:pt x="55" y="47"/>
                    <a:pt x="55" y="47"/>
                  </a:cubicBezTo>
                  <a:cubicBezTo>
                    <a:pt x="55" y="47"/>
                    <a:pt x="47" y="18"/>
                    <a:pt x="64" y="13"/>
                  </a:cubicBezTo>
                  <a:cubicBezTo>
                    <a:pt x="74" y="9"/>
                    <a:pt x="87" y="27"/>
                    <a:pt x="87" y="27"/>
                  </a:cubicBezTo>
                  <a:cubicBezTo>
                    <a:pt x="87" y="27"/>
                    <a:pt x="89" y="6"/>
                    <a:pt x="103" y="5"/>
                  </a:cubicBezTo>
                  <a:cubicBezTo>
                    <a:pt x="128" y="4"/>
                    <a:pt x="126" y="42"/>
                    <a:pt x="126" y="42"/>
                  </a:cubicBezTo>
                  <a:cubicBezTo>
                    <a:pt x="126" y="42"/>
                    <a:pt x="142" y="23"/>
                    <a:pt x="157" y="22"/>
                  </a:cubicBezTo>
                  <a:cubicBezTo>
                    <a:pt x="145" y="18"/>
                    <a:pt x="138" y="23"/>
                    <a:pt x="128" y="3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 rot="-849371">
              <a:off x="4401465" y="4322999"/>
              <a:ext cx="623283" cy="358021"/>
            </a:xfrm>
            <a:custGeom>
              <a:rect b="b" l="l" r="r" t="t"/>
              <a:pathLst>
                <a:path extrusionOk="0" h="93" w="162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 rot="-2611328">
            <a:off x="-23158" y="123082"/>
            <a:ext cx="673614" cy="692184"/>
            <a:chOff x="10880877" y="927997"/>
            <a:chExt cx="1341666" cy="1378652"/>
          </a:xfrm>
        </p:grpSpPr>
        <p:sp>
          <p:nvSpPr>
            <p:cNvPr id="116" name="Google Shape;116;p2"/>
            <p:cNvSpPr/>
            <p:nvPr/>
          </p:nvSpPr>
          <p:spPr>
            <a:xfrm rot="-1200454">
              <a:off x="11036616" y="1071278"/>
              <a:ext cx="1030189" cy="1092089"/>
            </a:xfrm>
            <a:custGeom>
              <a:rect b="b" l="l" r="r" t="t"/>
              <a:pathLst>
                <a:path extrusionOk="0" h="523" w="49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-1200454">
              <a:off x="11111902" y="1136486"/>
              <a:ext cx="872786" cy="886051"/>
            </a:xfrm>
            <a:custGeom>
              <a:rect b="b" l="l" r="r" t="t"/>
              <a:pathLst>
                <a:path extrusionOk="0" h="424" w="418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 rot="-1200454">
              <a:off x="11487828" y="1372986"/>
              <a:ext cx="144138" cy="616345"/>
            </a:xfrm>
            <a:custGeom>
              <a:rect b="b" l="l" r="r" t="t"/>
              <a:pathLst>
                <a:path extrusionOk="0" h="295" w="69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 rot="-1200454">
              <a:off x="11275423" y="1608421"/>
              <a:ext cx="279433" cy="298887"/>
            </a:xfrm>
            <a:custGeom>
              <a:rect b="b" l="l" r="r" t="t"/>
              <a:pathLst>
                <a:path extrusionOk="0" h="143" w="134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 rot="-1200454">
              <a:off x="11408949" y="1946124"/>
              <a:ext cx="244062" cy="84007"/>
            </a:xfrm>
            <a:custGeom>
              <a:rect b="b" l="l" r="r" t="t"/>
              <a:pathLst>
                <a:path extrusionOk="0" h="40" w="117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 rot="-1200454">
              <a:off x="11624124" y="1563797"/>
              <a:ext cx="342217" cy="229913"/>
            </a:xfrm>
            <a:custGeom>
              <a:rect b="b" l="l" r="r" t="t"/>
              <a:pathLst>
                <a:path extrusionOk="0" h="110" w="164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 rot="-1200454">
              <a:off x="11677994" y="1824726"/>
              <a:ext cx="329837" cy="104345"/>
            </a:xfrm>
            <a:custGeom>
              <a:rect b="b" l="l" r="r" t="t"/>
              <a:pathLst>
                <a:path extrusionOk="0" h="50" w="158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 rot="-1200454">
              <a:off x="11582576" y="2030249"/>
              <a:ext cx="165361" cy="211344"/>
            </a:xfrm>
            <a:custGeom>
              <a:rect b="b" l="l" r="r" t="t"/>
              <a:pathLst>
                <a:path extrusionOk="0" h="101" w="79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3284322" y="4664178"/>
            <a:ext cx="8902911" cy="2193823"/>
          </a:xfrm>
          <a:custGeom>
            <a:rect b="b" l="l" r="r" t="t"/>
            <a:pathLst>
              <a:path extrusionOk="0" h="2293105" w="8267700">
                <a:moveTo>
                  <a:pt x="4743185" y="368"/>
                </a:moveTo>
                <a:cubicBezTo>
                  <a:pt x="6928973" y="16536"/>
                  <a:pt x="8267663" y="560431"/>
                  <a:pt x="8267700" y="560446"/>
                </a:cubicBezTo>
                <a:cubicBezTo>
                  <a:pt x="8267700" y="560446"/>
                  <a:pt x="8267700" y="560446"/>
                  <a:pt x="8267700" y="2293105"/>
                </a:cubicBezTo>
                <a:lnTo>
                  <a:pt x="1166883" y="2293105"/>
                </a:lnTo>
                <a:cubicBezTo>
                  <a:pt x="996616" y="2071254"/>
                  <a:pt x="661109" y="1634102"/>
                  <a:pt x="0" y="772704"/>
                </a:cubicBezTo>
                <a:cubicBezTo>
                  <a:pt x="1815239" y="170954"/>
                  <a:pt x="3431694" y="-9332"/>
                  <a:pt x="4743185" y="36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11344376" y="-90185"/>
            <a:ext cx="858702" cy="838096"/>
            <a:chOff x="11141919" y="30802"/>
            <a:chExt cx="858702" cy="838096"/>
          </a:xfrm>
        </p:grpSpPr>
        <p:sp>
          <p:nvSpPr>
            <p:cNvPr id="126" name="Google Shape;126;p2"/>
            <p:cNvSpPr/>
            <p:nvPr/>
          </p:nvSpPr>
          <p:spPr>
            <a:xfrm rot="-1200454">
              <a:off x="11674805" y="635788"/>
              <a:ext cx="133527" cy="204269"/>
            </a:xfrm>
            <a:custGeom>
              <a:rect b="b" l="l" r="r" t="t"/>
              <a:pathLst>
                <a:path extrusionOk="0" h="98" w="64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 rot="-1200454">
              <a:off x="11231706" y="127529"/>
              <a:ext cx="679129" cy="644642"/>
            </a:xfrm>
            <a:custGeom>
              <a:rect b="b" l="l" r="r" t="t"/>
              <a:pathLst>
                <a:path extrusionOk="0" h="309" w="325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 rot="-1200454">
              <a:off x="11276592" y="184419"/>
              <a:ext cx="573899" cy="599543"/>
            </a:xfrm>
            <a:custGeom>
              <a:rect b="b" l="l" r="r" t="t"/>
              <a:pathLst>
                <a:path extrusionOk="0" h="287" w="275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 rot="-1200454">
              <a:off x="11486218" y="306755"/>
              <a:ext cx="188352" cy="380241"/>
            </a:xfrm>
            <a:custGeom>
              <a:rect b="b" l="l" r="r" t="t"/>
              <a:pathLst>
                <a:path extrusionOk="0" h="182" w="90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 rot="-1200454">
              <a:off x="11632851" y="298738"/>
              <a:ext cx="112304" cy="248483"/>
            </a:xfrm>
            <a:custGeom>
              <a:rect b="b" l="l" r="r" t="t"/>
              <a:pathLst>
                <a:path extrusionOk="0" h="119" w="54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 rot="-1200454">
              <a:off x="11710444" y="508051"/>
              <a:ext cx="144138" cy="90197"/>
            </a:xfrm>
            <a:custGeom>
              <a:rect b="b" l="l" r="r" t="t"/>
              <a:pathLst>
                <a:path extrusionOk="0" h="43" w="69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 rot="-1200454">
              <a:off x="11538078" y="665049"/>
              <a:ext cx="157402" cy="52173"/>
            </a:xfrm>
            <a:custGeom>
              <a:rect b="b" l="l" r="r" t="t"/>
              <a:pathLst>
                <a:path extrusionOk="0" h="25" w="7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 rot="-1200454">
              <a:off x="11385593" y="578185"/>
              <a:ext cx="265285" cy="98155"/>
            </a:xfrm>
            <a:custGeom>
              <a:rect b="b" l="l" r="r" t="t"/>
              <a:pathLst>
                <a:path extrusionOk="0" h="47" w="12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-23365" y="3007512"/>
            <a:ext cx="12188952" cy="3850488"/>
          </a:xfrm>
          <a:custGeom>
            <a:rect b="b" l="l" r="r" t="t"/>
            <a:pathLst>
              <a:path extrusionOk="0" h="3850488" w="12188952">
                <a:moveTo>
                  <a:pt x="282858" y="953"/>
                </a:moveTo>
                <a:cubicBezTo>
                  <a:pt x="949832" y="12603"/>
                  <a:pt x="1183508" y="-67001"/>
                  <a:pt x="2374306" y="434202"/>
                </a:cubicBezTo>
                <a:cubicBezTo>
                  <a:pt x="3565104" y="935405"/>
                  <a:pt x="5388766" y="2877142"/>
                  <a:pt x="7427648" y="3008169"/>
                </a:cubicBezTo>
                <a:cubicBezTo>
                  <a:pt x="9179895" y="3120776"/>
                  <a:pt x="10439965" y="2790445"/>
                  <a:pt x="12188952" y="2149941"/>
                </a:cubicBezTo>
                <a:lnTo>
                  <a:pt x="12188952" y="3850488"/>
                </a:lnTo>
                <a:lnTo>
                  <a:pt x="0" y="3850488"/>
                </a:lnTo>
                <a:lnTo>
                  <a:pt x="0" y="2369"/>
                </a:lnTo>
                <a:cubicBezTo>
                  <a:pt x="93242" y="-167"/>
                  <a:pt x="187576" y="-711"/>
                  <a:pt x="282858" y="953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-23365" y="3324746"/>
            <a:ext cx="12188952" cy="3383191"/>
          </a:xfrm>
          <a:custGeom>
            <a:rect b="b" l="l" r="r" t="t"/>
            <a:pathLst>
              <a:path extrusionOk="0" h="3383191" w="12226444">
                <a:moveTo>
                  <a:pt x="0" y="0"/>
                </a:moveTo>
                <a:cubicBezTo>
                  <a:pt x="4849618" y="341726"/>
                  <a:pt x="5060396" y="5340190"/>
                  <a:pt x="12226444" y="1871560"/>
                </a:cubicBezTo>
                <a:lnTo>
                  <a:pt x="12226444" y="2023822"/>
                </a:lnTo>
                <a:cubicBezTo>
                  <a:pt x="8197021" y="4374285"/>
                  <a:pt x="5724658" y="3266285"/>
                  <a:pt x="3368145" y="1776645"/>
                </a:cubicBezTo>
                <a:cubicBezTo>
                  <a:pt x="1574961" y="643106"/>
                  <a:pt x="605914" y="543871"/>
                  <a:pt x="0" y="477574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-1519" y="854145"/>
            <a:ext cx="1881474" cy="2341763"/>
            <a:chOff x="3000" y="1116"/>
            <a:chExt cx="1680" cy="2091"/>
          </a:xfrm>
        </p:grpSpPr>
        <p:sp>
          <p:nvSpPr>
            <p:cNvPr id="137" name="Google Shape;137;p2"/>
            <p:cNvSpPr/>
            <p:nvPr/>
          </p:nvSpPr>
          <p:spPr>
            <a:xfrm>
              <a:off x="3019" y="2576"/>
              <a:ext cx="85" cy="93"/>
            </a:xfrm>
            <a:custGeom>
              <a:rect b="b" l="l" r="r" t="t"/>
              <a:pathLst>
                <a:path extrusionOk="0" h="39" w="36">
                  <a:moveTo>
                    <a:pt x="0" y="32"/>
                  </a:moveTo>
                  <a:cubicBezTo>
                    <a:pt x="0" y="32"/>
                    <a:pt x="0" y="36"/>
                    <a:pt x="2" y="39"/>
                  </a:cubicBezTo>
                  <a:cubicBezTo>
                    <a:pt x="33" y="25"/>
                    <a:pt x="36" y="20"/>
                    <a:pt x="26" y="0"/>
                  </a:cubicBezTo>
                  <a:cubicBezTo>
                    <a:pt x="32" y="29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057" y="2617"/>
              <a:ext cx="116" cy="73"/>
            </a:xfrm>
            <a:custGeom>
              <a:rect b="b" l="l" r="r" t="t"/>
              <a:pathLst>
                <a:path extrusionOk="0" h="31" w="49">
                  <a:moveTo>
                    <a:pt x="37" y="17"/>
                  </a:moveTo>
                  <a:cubicBezTo>
                    <a:pt x="34" y="18"/>
                    <a:pt x="21" y="23"/>
                    <a:pt x="13" y="23"/>
                  </a:cubicBezTo>
                  <a:cubicBezTo>
                    <a:pt x="6" y="22"/>
                    <a:pt x="5" y="13"/>
                    <a:pt x="5" y="1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5" y="31"/>
                    <a:pt x="14" y="31"/>
                  </a:cubicBezTo>
                  <a:cubicBezTo>
                    <a:pt x="24" y="31"/>
                    <a:pt x="37" y="27"/>
                    <a:pt x="43" y="20"/>
                  </a:cubicBezTo>
                  <a:cubicBezTo>
                    <a:pt x="49" y="14"/>
                    <a:pt x="49" y="0"/>
                    <a:pt x="49" y="0"/>
                  </a:cubicBezTo>
                  <a:cubicBezTo>
                    <a:pt x="49" y="0"/>
                    <a:pt x="39" y="16"/>
                    <a:pt x="3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133" y="2676"/>
              <a:ext cx="71" cy="23"/>
            </a:xfrm>
            <a:custGeom>
              <a:rect b="b" l="l" r="r" t="t"/>
              <a:pathLst>
                <a:path extrusionOk="0" h="10" w="30">
                  <a:moveTo>
                    <a:pt x="13" y="5"/>
                  </a:moveTo>
                  <a:cubicBezTo>
                    <a:pt x="9" y="4"/>
                    <a:pt x="6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6" y="10"/>
                    <a:pt x="13" y="10"/>
                  </a:cubicBezTo>
                  <a:cubicBezTo>
                    <a:pt x="20" y="10"/>
                    <a:pt x="27" y="7"/>
                    <a:pt x="30" y="1"/>
                  </a:cubicBezTo>
                  <a:cubicBezTo>
                    <a:pt x="25" y="4"/>
                    <a:pt x="18" y="6"/>
                    <a:pt x="13" y="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003" y="2742"/>
              <a:ext cx="234" cy="198"/>
            </a:xfrm>
            <a:custGeom>
              <a:rect b="b" l="l" r="r" t="t"/>
              <a:pathLst>
                <a:path extrusionOk="0" h="84" w="99">
                  <a:moveTo>
                    <a:pt x="11" y="9"/>
                  </a:moveTo>
                  <a:cubicBezTo>
                    <a:pt x="24" y="16"/>
                    <a:pt x="19" y="30"/>
                    <a:pt x="19" y="30"/>
                  </a:cubicBezTo>
                  <a:cubicBezTo>
                    <a:pt x="19" y="30"/>
                    <a:pt x="40" y="22"/>
                    <a:pt x="51" y="29"/>
                  </a:cubicBezTo>
                  <a:cubicBezTo>
                    <a:pt x="61" y="35"/>
                    <a:pt x="54" y="54"/>
                    <a:pt x="54" y="54"/>
                  </a:cubicBezTo>
                  <a:cubicBezTo>
                    <a:pt x="54" y="54"/>
                    <a:pt x="68" y="44"/>
                    <a:pt x="75" y="51"/>
                  </a:cubicBezTo>
                  <a:cubicBezTo>
                    <a:pt x="81" y="58"/>
                    <a:pt x="76" y="69"/>
                    <a:pt x="76" y="69"/>
                  </a:cubicBezTo>
                  <a:cubicBezTo>
                    <a:pt x="76" y="69"/>
                    <a:pt x="86" y="69"/>
                    <a:pt x="90" y="73"/>
                  </a:cubicBezTo>
                  <a:cubicBezTo>
                    <a:pt x="93" y="78"/>
                    <a:pt x="88" y="82"/>
                    <a:pt x="88" y="82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4"/>
                    <a:pt x="99" y="80"/>
                    <a:pt x="93" y="72"/>
                  </a:cubicBezTo>
                  <a:cubicBezTo>
                    <a:pt x="88" y="65"/>
                    <a:pt x="80" y="66"/>
                    <a:pt x="80" y="66"/>
                  </a:cubicBezTo>
                  <a:cubicBezTo>
                    <a:pt x="80" y="66"/>
                    <a:pt x="87" y="55"/>
                    <a:pt x="78" y="48"/>
                  </a:cubicBezTo>
                  <a:cubicBezTo>
                    <a:pt x="68" y="40"/>
                    <a:pt x="60" y="45"/>
                    <a:pt x="60" y="45"/>
                  </a:cubicBezTo>
                  <a:cubicBezTo>
                    <a:pt x="60" y="45"/>
                    <a:pt x="62" y="32"/>
                    <a:pt x="52" y="23"/>
                  </a:cubicBezTo>
                  <a:cubicBezTo>
                    <a:pt x="41" y="13"/>
                    <a:pt x="22" y="24"/>
                    <a:pt x="22" y="24"/>
                  </a:cubicBezTo>
                  <a:cubicBezTo>
                    <a:pt x="22" y="24"/>
                    <a:pt x="26" y="11"/>
                    <a:pt x="12" y="3"/>
                  </a:cubicBezTo>
                  <a:cubicBezTo>
                    <a:pt x="7" y="0"/>
                    <a:pt x="4" y="1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8"/>
                    <a:pt x="7" y="7"/>
                    <a:pt x="11" y="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590" y="2068"/>
              <a:ext cx="90" cy="22"/>
            </a:xfrm>
            <a:custGeom>
              <a:rect b="b" l="l" r="r" t="t"/>
              <a:pathLst>
                <a:path extrusionOk="0" h="9" w="38">
                  <a:moveTo>
                    <a:pt x="38" y="6"/>
                  </a:moveTo>
                  <a:cubicBezTo>
                    <a:pt x="38" y="6"/>
                    <a:pt x="23" y="0"/>
                    <a:pt x="10" y="0"/>
                  </a:cubicBezTo>
                  <a:cubicBezTo>
                    <a:pt x="9" y="0"/>
                    <a:pt x="6" y="0"/>
                    <a:pt x="1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0" y="7"/>
                    <a:pt x="38" y="6"/>
                    <a:pt x="38" y="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3000" y="1631"/>
              <a:ext cx="1600" cy="1531"/>
            </a:xfrm>
            <a:custGeom>
              <a:rect b="b" l="l" r="r" t="t"/>
              <a:pathLst>
                <a:path extrusionOk="0" h="648" w="677">
                  <a:moveTo>
                    <a:pt x="669" y="175"/>
                  </a:moveTo>
                  <a:cubicBezTo>
                    <a:pt x="485" y="89"/>
                    <a:pt x="485" y="89"/>
                    <a:pt x="485" y="89"/>
                  </a:cubicBezTo>
                  <a:cubicBezTo>
                    <a:pt x="381" y="36"/>
                    <a:pt x="381" y="36"/>
                    <a:pt x="381" y="36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00" y="94"/>
                    <a:pt x="100" y="94"/>
                    <a:pt x="100" y="94"/>
                  </a:cubicBezTo>
                  <a:cubicBezTo>
                    <a:pt x="52" y="115"/>
                    <a:pt x="21" y="130"/>
                    <a:pt x="0" y="140"/>
                  </a:cubicBezTo>
                  <a:cubicBezTo>
                    <a:pt x="0" y="642"/>
                    <a:pt x="0" y="642"/>
                    <a:pt x="0" y="642"/>
                  </a:cubicBezTo>
                  <a:cubicBezTo>
                    <a:pt x="82" y="640"/>
                    <a:pt x="82" y="640"/>
                    <a:pt x="82" y="640"/>
                  </a:cubicBezTo>
                  <a:cubicBezTo>
                    <a:pt x="201" y="644"/>
                    <a:pt x="201" y="644"/>
                    <a:pt x="201" y="644"/>
                  </a:cubicBezTo>
                  <a:cubicBezTo>
                    <a:pt x="236" y="644"/>
                    <a:pt x="236" y="644"/>
                    <a:pt x="236" y="644"/>
                  </a:cubicBezTo>
                  <a:cubicBezTo>
                    <a:pt x="236" y="644"/>
                    <a:pt x="318" y="644"/>
                    <a:pt x="407" y="644"/>
                  </a:cubicBezTo>
                  <a:cubicBezTo>
                    <a:pt x="419" y="644"/>
                    <a:pt x="443" y="648"/>
                    <a:pt x="455" y="648"/>
                  </a:cubicBezTo>
                  <a:cubicBezTo>
                    <a:pt x="489" y="648"/>
                    <a:pt x="519" y="638"/>
                    <a:pt x="548" y="638"/>
                  </a:cubicBezTo>
                  <a:cubicBezTo>
                    <a:pt x="603" y="638"/>
                    <a:pt x="632" y="643"/>
                    <a:pt x="632" y="643"/>
                  </a:cubicBezTo>
                  <a:cubicBezTo>
                    <a:pt x="677" y="178"/>
                    <a:pt x="677" y="178"/>
                    <a:pt x="677" y="178"/>
                  </a:cubicBezTo>
                  <a:cubicBezTo>
                    <a:pt x="669" y="175"/>
                    <a:pt x="669" y="175"/>
                    <a:pt x="669" y="175"/>
                  </a:cubicBezTo>
                  <a:cubicBezTo>
                    <a:pt x="669" y="175"/>
                    <a:pt x="669" y="175"/>
                    <a:pt x="669" y="17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3433" y="1740"/>
              <a:ext cx="560" cy="17"/>
            </a:xfrm>
            <a:custGeom>
              <a:rect b="b" l="l" r="r" t="t"/>
              <a:pathLst>
                <a:path extrusionOk="0" h="7" w="237">
                  <a:moveTo>
                    <a:pt x="237" y="7"/>
                  </a:moveTo>
                  <a:cubicBezTo>
                    <a:pt x="229" y="3"/>
                    <a:pt x="229" y="3"/>
                    <a:pt x="229" y="3"/>
                  </a:cubicBezTo>
                  <a:cubicBezTo>
                    <a:pt x="193" y="3"/>
                    <a:pt x="153" y="2"/>
                    <a:pt x="129" y="1"/>
                  </a:cubicBezTo>
                  <a:cubicBezTo>
                    <a:pt x="110" y="0"/>
                    <a:pt x="61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2" y="6"/>
                    <a:pt x="19" y="6"/>
                    <a:pt x="26" y="6"/>
                  </a:cubicBezTo>
                  <a:cubicBezTo>
                    <a:pt x="55" y="6"/>
                    <a:pt x="191" y="6"/>
                    <a:pt x="237" y="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3000" y="1757"/>
              <a:ext cx="1640" cy="1450"/>
            </a:xfrm>
            <a:custGeom>
              <a:rect b="b" l="l" r="r" t="t"/>
              <a:pathLst>
                <a:path extrusionOk="0" h="614" w="694">
                  <a:moveTo>
                    <a:pt x="669" y="180"/>
                  </a:moveTo>
                  <a:cubicBezTo>
                    <a:pt x="668" y="188"/>
                    <a:pt x="668" y="188"/>
                    <a:pt x="668" y="188"/>
                  </a:cubicBezTo>
                  <a:cubicBezTo>
                    <a:pt x="669" y="188"/>
                    <a:pt x="669" y="188"/>
                    <a:pt x="669" y="188"/>
                  </a:cubicBezTo>
                  <a:cubicBezTo>
                    <a:pt x="667" y="202"/>
                    <a:pt x="666" y="216"/>
                    <a:pt x="666" y="229"/>
                  </a:cubicBezTo>
                  <a:cubicBezTo>
                    <a:pt x="665" y="229"/>
                    <a:pt x="665" y="229"/>
                    <a:pt x="665" y="229"/>
                  </a:cubicBezTo>
                  <a:cubicBezTo>
                    <a:pt x="665" y="228"/>
                    <a:pt x="665" y="228"/>
                    <a:pt x="665" y="228"/>
                  </a:cubicBezTo>
                  <a:cubicBezTo>
                    <a:pt x="652" y="228"/>
                    <a:pt x="611" y="230"/>
                    <a:pt x="571" y="231"/>
                  </a:cubicBezTo>
                  <a:cubicBezTo>
                    <a:pt x="573" y="190"/>
                    <a:pt x="573" y="190"/>
                    <a:pt x="573" y="190"/>
                  </a:cubicBezTo>
                  <a:cubicBezTo>
                    <a:pt x="598" y="189"/>
                    <a:pt x="638" y="189"/>
                    <a:pt x="668" y="188"/>
                  </a:cubicBezTo>
                  <a:cubicBezTo>
                    <a:pt x="669" y="180"/>
                    <a:pt x="669" y="180"/>
                    <a:pt x="669" y="180"/>
                  </a:cubicBezTo>
                  <a:cubicBezTo>
                    <a:pt x="636" y="181"/>
                    <a:pt x="594" y="182"/>
                    <a:pt x="582" y="183"/>
                  </a:cubicBezTo>
                  <a:cubicBezTo>
                    <a:pt x="579" y="184"/>
                    <a:pt x="577" y="184"/>
                    <a:pt x="573" y="184"/>
                  </a:cubicBezTo>
                  <a:cubicBezTo>
                    <a:pt x="574" y="143"/>
                    <a:pt x="574" y="143"/>
                    <a:pt x="574" y="143"/>
                  </a:cubicBezTo>
                  <a:cubicBezTo>
                    <a:pt x="606" y="142"/>
                    <a:pt x="631" y="142"/>
                    <a:pt x="635" y="142"/>
                  </a:cubicBezTo>
                  <a:cubicBezTo>
                    <a:pt x="639" y="142"/>
                    <a:pt x="656" y="141"/>
                    <a:pt x="673" y="140"/>
                  </a:cubicBezTo>
                  <a:cubicBezTo>
                    <a:pt x="674" y="132"/>
                    <a:pt x="674" y="132"/>
                    <a:pt x="674" y="132"/>
                  </a:cubicBezTo>
                  <a:cubicBezTo>
                    <a:pt x="654" y="133"/>
                    <a:pt x="614" y="134"/>
                    <a:pt x="575" y="136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399" y="121"/>
                    <a:pt x="399" y="121"/>
                    <a:pt x="399" y="121"/>
                  </a:cubicBezTo>
                  <a:cubicBezTo>
                    <a:pt x="399" y="137"/>
                    <a:pt x="399" y="137"/>
                    <a:pt x="399" y="137"/>
                  </a:cubicBezTo>
                  <a:cubicBezTo>
                    <a:pt x="378" y="136"/>
                    <a:pt x="357" y="136"/>
                    <a:pt x="340" y="135"/>
                  </a:cubicBezTo>
                  <a:cubicBezTo>
                    <a:pt x="340" y="97"/>
                    <a:pt x="340" y="97"/>
                    <a:pt x="340" y="97"/>
                  </a:cubicBezTo>
                  <a:cubicBezTo>
                    <a:pt x="411" y="98"/>
                    <a:pt x="536" y="97"/>
                    <a:pt x="551" y="97"/>
                  </a:cubicBezTo>
                  <a:cubicBezTo>
                    <a:pt x="559" y="97"/>
                    <a:pt x="587" y="96"/>
                    <a:pt x="616" y="95"/>
                  </a:cubicBezTo>
                  <a:cubicBezTo>
                    <a:pt x="602" y="88"/>
                    <a:pt x="602" y="88"/>
                    <a:pt x="602" y="88"/>
                  </a:cubicBezTo>
                  <a:cubicBezTo>
                    <a:pt x="592" y="88"/>
                    <a:pt x="586" y="89"/>
                    <a:pt x="582" y="89"/>
                  </a:cubicBezTo>
                  <a:cubicBezTo>
                    <a:pt x="564" y="91"/>
                    <a:pt x="488" y="91"/>
                    <a:pt x="438" y="91"/>
                  </a:cubicBezTo>
                  <a:cubicBezTo>
                    <a:pt x="438" y="48"/>
                    <a:pt x="438" y="48"/>
                    <a:pt x="438" y="48"/>
                  </a:cubicBezTo>
                  <a:cubicBezTo>
                    <a:pt x="456" y="49"/>
                    <a:pt x="486" y="49"/>
                    <a:pt x="518" y="49"/>
                  </a:cubicBezTo>
                  <a:cubicBezTo>
                    <a:pt x="506" y="44"/>
                    <a:pt x="506" y="44"/>
                    <a:pt x="506" y="44"/>
                  </a:cubicBezTo>
                  <a:cubicBezTo>
                    <a:pt x="497" y="44"/>
                    <a:pt x="488" y="44"/>
                    <a:pt x="484" y="44"/>
                  </a:cubicBezTo>
                  <a:cubicBezTo>
                    <a:pt x="446" y="44"/>
                    <a:pt x="355" y="43"/>
                    <a:pt x="311" y="41"/>
                  </a:cubicBezTo>
                  <a:cubicBezTo>
                    <a:pt x="308" y="41"/>
                    <a:pt x="302" y="41"/>
                    <a:pt x="296" y="40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291" y="1"/>
                    <a:pt x="291" y="1"/>
                    <a:pt x="291" y="1"/>
                  </a:cubicBezTo>
                  <a:cubicBezTo>
                    <a:pt x="289" y="40"/>
                    <a:pt x="289" y="40"/>
                    <a:pt x="289" y="40"/>
                  </a:cubicBezTo>
                  <a:cubicBezTo>
                    <a:pt x="239" y="40"/>
                    <a:pt x="142" y="40"/>
                    <a:pt x="91" y="41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124" y="46"/>
                    <a:pt x="187" y="46"/>
                    <a:pt x="207" y="46"/>
                  </a:cubicBezTo>
                  <a:cubicBezTo>
                    <a:pt x="220" y="46"/>
                    <a:pt x="252" y="46"/>
                    <a:pt x="289" y="46"/>
                  </a:cubicBezTo>
                  <a:cubicBezTo>
                    <a:pt x="289" y="46"/>
                    <a:pt x="289" y="46"/>
                    <a:pt x="289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349" y="46"/>
                    <a:pt x="409" y="47"/>
                    <a:pt x="429" y="48"/>
                  </a:cubicBezTo>
                  <a:cubicBezTo>
                    <a:pt x="429" y="48"/>
                    <a:pt x="431" y="48"/>
                    <a:pt x="432" y="48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19" y="91"/>
                    <a:pt x="409" y="91"/>
                    <a:pt x="403" y="91"/>
                  </a:cubicBezTo>
                  <a:cubicBezTo>
                    <a:pt x="372" y="91"/>
                    <a:pt x="217" y="91"/>
                    <a:pt x="182" y="89"/>
                  </a:cubicBezTo>
                  <a:cubicBezTo>
                    <a:pt x="178" y="88"/>
                    <a:pt x="171" y="88"/>
                    <a:pt x="162" y="88"/>
                  </a:cubicBezTo>
                  <a:cubicBezTo>
                    <a:pt x="162" y="46"/>
                    <a:pt x="162" y="46"/>
                    <a:pt x="162" y="46"/>
                  </a:cubicBezTo>
                  <a:cubicBezTo>
                    <a:pt x="156" y="47"/>
                    <a:pt x="156" y="47"/>
                    <a:pt x="156" y="47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12" y="88"/>
                    <a:pt x="38" y="88"/>
                    <a:pt x="0" y="8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48" y="95"/>
                    <a:pt x="106" y="93"/>
                    <a:pt x="128" y="93"/>
                  </a:cubicBezTo>
                  <a:cubicBezTo>
                    <a:pt x="134" y="93"/>
                    <a:pt x="144" y="93"/>
                    <a:pt x="155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8" y="93"/>
                    <a:pt x="158" y="93"/>
                    <a:pt x="158" y="93"/>
                  </a:cubicBezTo>
                  <a:cubicBezTo>
                    <a:pt x="201" y="94"/>
                    <a:pt x="265" y="95"/>
                    <a:pt x="298" y="97"/>
                  </a:cubicBezTo>
                  <a:cubicBezTo>
                    <a:pt x="307" y="97"/>
                    <a:pt x="320" y="97"/>
                    <a:pt x="336" y="97"/>
                  </a:cubicBezTo>
                  <a:cubicBezTo>
                    <a:pt x="334" y="98"/>
                    <a:pt x="334" y="98"/>
                    <a:pt x="334" y="98"/>
                  </a:cubicBezTo>
                  <a:cubicBezTo>
                    <a:pt x="333" y="135"/>
                    <a:pt x="333" y="135"/>
                    <a:pt x="333" y="135"/>
                  </a:cubicBezTo>
                  <a:cubicBezTo>
                    <a:pt x="325" y="135"/>
                    <a:pt x="318" y="135"/>
                    <a:pt x="311" y="134"/>
                  </a:cubicBezTo>
                  <a:cubicBezTo>
                    <a:pt x="293" y="133"/>
                    <a:pt x="245" y="133"/>
                    <a:pt x="196" y="134"/>
                  </a:cubicBezTo>
                  <a:cubicBezTo>
                    <a:pt x="196" y="121"/>
                    <a:pt x="196" y="121"/>
                    <a:pt x="196" y="121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35"/>
                    <a:pt x="28" y="135"/>
                    <a:pt x="28" y="135"/>
                  </a:cubicBezTo>
                  <a:cubicBezTo>
                    <a:pt x="19" y="135"/>
                    <a:pt x="10" y="135"/>
                    <a:pt x="0" y="136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2" y="143"/>
                    <a:pt x="22" y="143"/>
                    <a:pt x="28" y="14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18" y="183"/>
                    <a:pt x="8" y="183"/>
                    <a:pt x="0" y="183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9" y="190"/>
                    <a:pt x="19" y="189"/>
                    <a:pt x="29" y="189"/>
                  </a:cubicBezTo>
                  <a:cubicBezTo>
                    <a:pt x="30" y="229"/>
                    <a:pt x="30" y="229"/>
                    <a:pt x="30" y="229"/>
                  </a:cubicBezTo>
                  <a:cubicBezTo>
                    <a:pt x="20" y="229"/>
                    <a:pt x="11" y="230"/>
                    <a:pt x="0" y="230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13" y="237"/>
                    <a:pt x="24" y="236"/>
                    <a:pt x="29" y="235"/>
                  </a:cubicBezTo>
                  <a:cubicBezTo>
                    <a:pt x="30" y="235"/>
                    <a:pt x="30" y="235"/>
                    <a:pt x="30" y="235"/>
                  </a:cubicBezTo>
                  <a:cubicBezTo>
                    <a:pt x="30" y="277"/>
                    <a:pt x="30" y="277"/>
                    <a:pt x="30" y="277"/>
                  </a:cubicBezTo>
                  <a:cubicBezTo>
                    <a:pt x="19" y="277"/>
                    <a:pt x="9" y="277"/>
                    <a:pt x="0" y="27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10" y="284"/>
                    <a:pt x="20" y="284"/>
                    <a:pt x="30" y="283"/>
                  </a:cubicBezTo>
                  <a:cubicBezTo>
                    <a:pt x="30" y="300"/>
                    <a:pt x="30" y="300"/>
                    <a:pt x="30" y="300"/>
                  </a:cubicBezTo>
                  <a:cubicBezTo>
                    <a:pt x="202" y="298"/>
                    <a:pt x="202" y="298"/>
                    <a:pt x="202" y="298"/>
                  </a:cubicBezTo>
                  <a:cubicBezTo>
                    <a:pt x="202" y="282"/>
                    <a:pt x="202" y="282"/>
                    <a:pt x="202" y="282"/>
                  </a:cubicBezTo>
                  <a:cubicBezTo>
                    <a:pt x="237" y="283"/>
                    <a:pt x="275" y="284"/>
                    <a:pt x="298" y="285"/>
                  </a:cubicBezTo>
                  <a:cubicBezTo>
                    <a:pt x="316" y="285"/>
                    <a:pt x="355" y="286"/>
                    <a:pt x="398" y="286"/>
                  </a:cubicBezTo>
                  <a:cubicBezTo>
                    <a:pt x="398" y="300"/>
                    <a:pt x="398" y="300"/>
                    <a:pt x="398" y="300"/>
                  </a:cubicBezTo>
                  <a:cubicBezTo>
                    <a:pt x="471" y="300"/>
                    <a:pt x="471" y="300"/>
                    <a:pt x="471" y="300"/>
                  </a:cubicBezTo>
                  <a:cubicBezTo>
                    <a:pt x="470" y="326"/>
                    <a:pt x="470" y="326"/>
                    <a:pt x="470" y="326"/>
                  </a:cubicBezTo>
                  <a:cubicBezTo>
                    <a:pt x="428" y="326"/>
                    <a:pt x="351" y="324"/>
                    <a:pt x="311" y="322"/>
                  </a:cubicBezTo>
                  <a:cubicBezTo>
                    <a:pt x="268" y="321"/>
                    <a:pt x="78" y="322"/>
                    <a:pt x="60" y="322"/>
                  </a:cubicBezTo>
                  <a:cubicBezTo>
                    <a:pt x="52" y="322"/>
                    <a:pt x="27" y="323"/>
                    <a:pt x="0" y="32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37" y="378"/>
                    <a:pt x="80" y="376"/>
                    <a:pt x="107" y="376"/>
                  </a:cubicBezTo>
                  <a:cubicBezTo>
                    <a:pt x="104" y="377"/>
                    <a:pt x="104" y="377"/>
                    <a:pt x="104" y="377"/>
                  </a:cubicBezTo>
                  <a:cubicBezTo>
                    <a:pt x="104" y="416"/>
                    <a:pt x="104" y="416"/>
                    <a:pt x="104" y="416"/>
                  </a:cubicBezTo>
                  <a:cubicBezTo>
                    <a:pt x="81" y="417"/>
                    <a:pt x="65" y="417"/>
                    <a:pt x="59" y="417"/>
                  </a:cubicBezTo>
                  <a:cubicBezTo>
                    <a:pt x="52" y="417"/>
                    <a:pt x="26" y="417"/>
                    <a:pt x="0" y="418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12" y="425"/>
                    <a:pt x="22" y="424"/>
                    <a:pt x="29" y="424"/>
                  </a:cubicBezTo>
                  <a:cubicBezTo>
                    <a:pt x="47" y="423"/>
                    <a:pt x="141" y="422"/>
                    <a:pt x="188" y="422"/>
                  </a:cubicBezTo>
                  <a:cubicBezTo>
                    <a:pt x="188" y="451"/>
                    <a:pt x="188" y="451"/>
                    <a:pt x="188" y="451"/>
                  </a:cubicBezTo>
                  <a:cubicBezTo>
                    <a:pt x="189" y="456"/>
                    <a:pt x="189" y="461"/>
                    <a:pt x="189" y="466"/>
                  </a:cubicBezTo>
                  <a:cubicBezTo>
                    <a:pt x="186" y="466"/>
                    <a:pt x="184" y="466"/>
                    <a:pt x="182" y="466"/>
                  </a:cubicBezTo>
                  <a:cubicBezTo>
                    <a:pt x="155" y="465"/>
                    <a:pt x="49" y="465"/>
                    <a:pt x="0" y="466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" y="472"/>
                    <a:pt x="12" y="472"/>
                    <a:pt x="18" y="472"/>
                  </a:cubicBezTo>
                  <a:cubicBezTo>
                    <a:pt x="17" y="512"/>
                    <a:pt x="17" y="512"/>
                    <a:pt x="17" y="512"/>
                  </a:cubicBezTo>
                  <a:cubicBezTo>
                    <a:pt x="12" y="512"/>
                    <a:pt x="6" y="513"/>
                    <a:pt x="0" y="513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1" y="519"/>
                    <a:pt x="22" y="519"/>
                    <a:pt x="30" y="518"/>
                  </a:cubicBezTo>
                  <a:cubicBezTo>
                    <a:pt x="42" y="517"/>
                    <a:pt x="90" y="516"/>
                    <a:pt x="134" y="516"/>
                  </a:cubicBezTo>
                  <a:cubicBezTo>
                    <a:pt x="133" y="558"/>
                    <a:pt x="133" y="558"/>
                    <a:pt x="133" y="558"/>
                  </a:cubicBezTo>
                  <a:cubicBezTo>
                    <a:pt x="90" y="558"/>
                    <a:pt x="32" y="559"/>
                    <a:pt x="0" y="559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43" y="566"/>
                    <a:pt x="104" y="563"/>
                    <a:pt x="127" y="563"/>
                  </a:cubicBezTo>
                  <a:cubicBezTo>
                    <a:pt x="142" y="563"/>
                    <a:pt x="166" y="564"/>
                    <a:pt x="192" y="564"/>
                  </a:cubicBezTo>
                  <a:cubicBezTo>
                    <a:pt x="192" y="582"/>
                    <a:pt x="192" y="585"/>
                    <a:pt x="192" y="587"/>
                  </a:cubicBezTo>
                  <a:cubicBezTo>
                    <a:pt x="81" y="584"/>
                    <a:pt x="81" y="584"/>
                    <a:pt x="81" y="584"/>
                  </a:cubicBezTo>
                  <a:cubicBezTo>
                    <a:pt x="44" y="585"/>
                    <a:pt x="18" y="585"/>
                    <a:pt x="0" y="586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29" y="597"/>
                    <a:pt x="59" y="596"/>
                    <a:pt x="66" y="596"/>
                  </a:cubicBezTo>
                  <a:cubicBezTo>
                    <a:pt x="81" y="596"/>
                    <a:pt x="201" y="599"/>
                    <a:pt x="230" y="601"/>
                  </a:cubicBezTo>
                  <a:cubicBezTo>
                    <a:pt x="259" y="603"/>
                    <a:pt x="403" y="603"/>
                    <a:pt x="421" y="603"/>
                  </a:cubicBezTo>
                  <a:cubicBezTo>
                    <a:pt x="440" y="603"/>
                    <a:pt x="505" y="607"/>
                    <a:pt x="511" y="607"/>
                  </a:cubicBezTo>
                  <a:cubicBezTo>
                    <a:pt x="517" y="607"/>
                    <a:pt x="642" y="614"/>
                    <a:pt x="642" y="614"/>
                  </a:cubicBezTo>
                  <a:cubicBezTo>
                    <a:pt x="659" y="398"/>
                    <a:pt x="659" y="398"/>
                    <a:pt x="659" y="398"/>
                  </a:cubicBezTo>
                  <a:cubicBezTo>
                    <a:pt x="680" y="248"/>
                    <a:pt x="694" y="180"/>
                    <a:pt x="669" y="180"/>
                  </a:cubicBezTo>
                  <a:close/>
                  <a:moveTo>
                    <a:pt x="198" y="188"/>
                  </a:moveTo>
                  <a:cubicBezTo>
                    <a:pt x="235" y="189"/>
                    <a:pt x="274" y="189"/>
                    <a:pt x="298" y="190"/>
                  </a:cubicBezTo>
                  <a:cubicBezTo>
                    <a:pt x="310" y="191"/>
                    <a:pt x="329" y="191"/>
                    <a:pt x="354" y="191"/>
                  </a:cubicBezTo>
                  <a:cubicBezTo>
                    <a:pt x="352" y="230"/>
                    <a:pt x="352" y="230"/>
                    <a:pt x="352" y="230"/>
                  </a:cubicBezTo>
                  <a:cubicBezTo>
                    <a:pt x="337" y="230"/>
                    <a:pt x="323" y="229"/>
                    <a:pt x="311" y="229"/>
                  </a:cubicBezTo>
                  <a:cubicBezTo>
                    <a:pt x="293" y="228"/>
                    <a:pt x="247" y="228"/>
                    <a:pt x="200" y="22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lose/>
                  <a:moveTo>
                    <a:pt x="398" y="279"/>
                  </a:moveTo>
                  <a:cubicBezTo>
                    <a:pt x="364" y="279"/>
                    <a:pt x="252" y="279"/>
                    <a:pt x="201" y="278"/>
                  </a:cubicBezTo>
                  <a:cubicBezTo>
                    <a:pt x="200" y="233"/>
                    <a:pt x="200" y="233"/>
                    <a:pt x="200" y="233"/>
                  </a:cubicBezTo>
                  <a:cubicBezTo>
                    <a:pt x="203" y="233"/>
                    <a:pt x="206" y="233"/>
                    <a:pt x="207" y="233"/>
                  </a:cubicBezTo>
                  <a:cubicBezTo>
                    <a:pt x="219" y="233"/>
                    <a:pt x="244" y="233"/>
                    <a:pt x="274" y="23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80" y="278"/>
                    <a:pt x="280" y="278"/>
                    <a:pt x="280" y="278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302" y="234"/>
                    <a:pt x="328" y="234"/>
                    <a:pt x="352" y="234"/>
                  </a:cubicBezTo>
                  <a:cubicBezTo>
                    <a:pt x="352" y="235"/>
                    <a:pt x="352" y="235"/>
                    <a:pt x="352" y="235"/>
                  </a:cubicBezTo>
                  <a:cubicBezTo>
                    <a:pt x="358" y="235"/>
                    <a:pt x="358" y="235"/>
                    <a:pt x="358" y="235"/>
                  </a:cubicBezTo>
                  <a:cubicBezTo>
                    <a:pt x="358" y="234"/>
                    <a:pt x="358" y="234"/>
                    <a:pt x="358" y="234"/>
                  </a:cubicBezTo>
                  <a:cubicBezTo>
                    <a:pt x="373" y="234"/>
                    <a:pt x="386" y="234"/>
                    <a:pt x="399" y="234"/>
                  </a:cubicBezTo>
                  <a:cubicBezTo>
                    <a:pt x="398" y="279"/>
                    <a:pt x="398" y="279"/>
                    <a:pt x="398" y="279"/>
                  </a:cubicBezTo>
                  <a:cubicBezTo>
                    <a:pt x="398" y="279"/>
                    <a:pt x="398" y="279"/>
                    <a:pt x="398" y="279"/>
                  </a:cubicBezTo>
                  <a:close/>
                  <a:moveTo>
                    <a:pt x="399" y="231"/>
                  </a:moveTo>
                  <a:cubicBezTo>
                    <a:pt x="385" y="231"/>
                    <a:pt x="371" y="231"/>
                    <a:pt x="358" y="230"/>
                  </a:cubicBezTo>
                  <a:cubicBezTo>
                    <a:pt x="358" y="191"/>
                    <a:pt x="358" y="191"/>
                    <a:pt x="358" y="191"/>
                  </a:cubicBezTo>
                  <a:cubicBezTo>
                    <a:pt x="371" y="191"/>
                    <a:pt x="385" y="191"/>
                    <a:pt x="399" y="191"/>
                  </a:cubicBezTo>
                  <a:cubicBezTo>
                    <a:pt x="399" y="231"/>
                    <a:pt x="399" y="231"/>
                    <a:pt x="399" y="231"/>
                  </a:cubicBezTo>
                  <a:cubicBezTo>
                    <a:pt x="399" y="231"/>
                    <a:pt x="399" y="231"/>
                    <a:pt x="399" y="231"/>
                  </a:cubicBezTo>
                  <a:close/>
                  <a:moveTo>
                    <a:pt x="399" y="185"/>
                  </a:moveTo>
                  <a:cubicBezTo>
                    <a:pt x="364" y="185"/>
                    <a:pt x="248" y="185"/>
                    <a:pt x="198" y="184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201" y="140"/>
                    <a:pt x="205" y="140"/>
                    <a:pt x="207" y="140"/>
                  </a:cubicBezTo>
                  <a:cubicBezTo>
                    <a:pt x="215" y="140"/>
                    <a:pt x="230" y="140"/>
                    <a:pt x="249" y="140"/>
                  </a:cubicBezTo>
                  <a:cubicBezTo>
                    <a:pt x="248" y="183"/>
                    <a:pt x="248" y="183"/>
                    <a:pt x="248" y="183"/>
                  </a:cubicBezTo>
                  <a:cubicBezTo>
                    <a:pt x="255" y="183"/>
                    <a:pt x="255" y="183"/>
                    <a:pt x="255" y="183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78" y="140"/>
                    <a:pt x="306" y="140"/>
                    <a:pt x="332" y="140"/>
                  </a:cubicBezTo>
                  <a:cubicBezTo>
                    <a:pt x="332" y="141"/>
                    <a:pt x="332" y="141"/>
                    <a:pt x="332" y="141"/>
                  </a:cubicBezTo>
                  <a:cubicBezTo>
                    <a:pt x="340" y="141"/>
                    <a:pt x="340" y="141"/>
                    <a:pt x="340" y="141"/>
                  </a:cubicBezTo>
                  <a:cubicBezTo>
                    <a:pt x="340" y="140"/>
                    <a:pt x="340" y="140"/>
                    <a:pt x="340" y="140"/>
                  </a:cubicBezTo>
                  <a:cubicBezTo>
                    <a:pt x="361" y="140"/>
                    <a:pt x="382" y="141"/>
                    <a:pt x="399" y="141"/>
                  </a:cubicBezTo>
                  <a:cubicBezTo>
                    <a:pt x="399" y="185"/>
                    <a:pt x="399" y="185"/>
                    <a:pt x="399" y="185"/>
                  </a:cubicBezTo>
                  <a:cubicBezTo>
                    <a:pt x="399" y="185"/>
                    <a:pt x="399" y="185"/>
                    <a:pt x="399" y="185"/>
                  </a:cubicBezTo>
                  <a:close/>
                  <a:moveTo>
                    <a:pt x="110" y="416"/>
                  </a:moveTo>
                  <a:cubicBezTo>
                    <a:pt x="110" y="376"/>
                    <a:pt x="110" y="376"/>
                    <a:pt x="110" y="376"/>
                  </a:cubicBezTo>
                  <a:cubicBezTo>
                    <a:pt x="117" y="376"/>
                    <a:pt x="123" y="376"/>
                    <a:pt x="127" y="376"/>
                  </a:cubicBezTo>
                  <a:cubicBezTo>
                    <a:pt x="141" y="376"/>
                    <a:pt x="163" y="376"/>
                    <a:pt x="186" y="376"/>
                  </a:cubicBezTo>
                  <a:cubicBezTo>
                    <a:pt x="187" y="393"/>
                    <a:pt x="187" y="406"/>
                    <a:pt x="188" y="416"/>
                  </a:cubicBezTo>
                  <a:cubicBezTo>
                    <a:pt x="160" y="416"/>
                    <a:pt x="133" y="416"/>
                    <a:pt x="110" y="416"/>
                  </a:cubicBezTo>
                  <a:close/>
                  <a:moveTo>
                    <a:pt x="60" y="511"/>
                  </a:moveTo>
                  <a:cubicBezTo>
                    <a:pt x="54" y="511"/>
                    <a:pt x="40" y="511"/>
                    <a:pt x="24" y="512"/>
                  </a:cubicBezTo>
                  <a:cubicBezTo>
                    <a:pt x="24" y="472"/>
                    <a:pt x="24" y="472"/>
                    <a:pt x="24" y="472"/>
                  </a:cubicBezTo>
                  <a:cubicBezTo>
                    <a:pt x="64" y="470"/>
                    <a:pt x="109" y="469"/>
                    <a:pt x="127" y="469"/>
                  </a:cubicBezTo>
                  <a:cubicBezTo>
                    <a:pt x="142" y="469"/>
                    <a:pt x="164" y="469"/>
                    <a:pt x="189" y="470"/>
                  </a:cubicBezTo>
                  <a:cubicBezTo>
                    <a:pt x="190" y="485"/>
                    <a:pt x="190" y="498"/>
                    <a:pt x="191" y="511"/>
                  </a:cubicBezTo>
                  <a:cubicBezTo>
                    <a:pt x="131" y="511"/>
                    <a:pt x="70" y="511"/>
                    <a:pt x="60" y="511"/>
                  </a:cubicBezTo>
                  <a:close/>
                  <a:moveTo>
                    <a:pt x="182" y="560"/>
                  </a:moveTo>
                  <a:cubicBezTo>
                    <a:pt x="174" y="559"/>
                    <a:pt x="159" y="559"/>
                    <a:pt x="140" y="559"/>
                  </a:cubicBezTo>
                  <a:cubicBezTo>
                    <a:pt x="140" y="516"/>
                    <a:pt x="140" y="516"/>
                    <a:pt x="140" y="516"/>
                  </a:cubicBezTo>
                  <a:cubicBezTo>
                    <a:pt x="159" y="516"/>
                    <a:pt x="177" y="516"/>
                    <a:pt x="191" y="516"/>
                  </a:cubicBezTo>
                  <a:cubicBezTo>
                    <a:pt x="192" y="536"/>
                    <a:pt x="192" y="550"/>
                    <a:pt x="192" y="560"/>
                  </a:cubicBezTo>
                  <a:cubicBezTo>
                    <a:pt x="188" y="560"/>
                    <a:pt x="185" y="560"/>
                    <a:pt x="182" y="560"/>
                  </a:cubicBezTo>
                  <a:close/>
                  <a:moveTo>
                    <a:pt x="201" y="376"/>
                  </a:moveTo>
                  <a:cubicBezTo>
                    <a:pt x="237" y="377"/>
                    <a:pt x="275" y="378"/>
                    <a:pt x="298" y="379"/>
                  </a:cubicBezTo>
                  <a:cubicBezTo>
                    <a:pt x="316" y="379"/>
                    <a:pt x="356" y="379"/>
                    <a:pt x="399" y="379"/>
                  </a:cubicBezTo>
                  <a:cubicBezTo>
                    <a:pt x="399" y="394"/>
                    <a:pt x="399" y="407"/>
                    <a:pt x="399" y="419"/>
                  </a:cubicBezTo>
                  <a:cubicBezTo>
                    <a:pt x="367" y="419"/>
                    <a:pt x="333" y="418"/>
                    <a:pt x="311" y="417"/>
                  </a:cubicBezTo>
                  <a:cubicBezTo>
                    <a:pt x="293" y="416"/>
                    <a:pt x="249" y="416"/>
                    <a:pt x="202" y="416"/>
                  </a:cubicBezTo>
                  <a:cubicBezTo>
                    <a:pt x="202" y="398"/>
                    <a:pt x="201" y="386"/>
                    <a:pt x="201" y="376"/>
                  </a:cubicBezTo>
                  <a:close/>
                  <a:moveTo>
                    <a:pt x="201" y="372"/>
                  </a:moveTo>
                  <a:cubicBezTo>
                    <a:pt x="201" y="349"/>
                    <a:pt x="201" y="349"/>
                    <a:pt x="201" y="349"/>
                  </a:cubicBezTo>
                  <a:cubicBezTo>
                    <a:pt x="399" y="353"/>
                    <a:pt x="399" y="353"/>
                    <a:pt x="399" y="353"/>
                  </a:cubicBezTo>
                  <a:cubicBezTo>
                    <a:pt x="399" y="361"/>
                    <a:pt x="399" y="366"/>
                    <a:pt x="399" y="373"/>
                  </a:cubicBezTo>
                  <a:cubicBezTo>
                    <a:pt x="367" y="373"/>
                    <a:pt x="252" y="373"/>
                    <a:pt x="201" y="372"/>
                  </a:cubicBezTo>
                  <a:close/>
                  <a:moveTo>
                    <a:pt x="202" y="422"/>
                  </a:moveTo>
                  <a:cubicBezTo>
                    <a:pt x="204" y="422"/>
                    <a:pt x="207" y="422"/>
                    <a:pt x="207" y="422"/>
                  </a:cubicBezTo>
                  <a:cubicBezTo>
                    <a:pt x="234" y="422"/>
                    <a:pt x="342" y="422"/>
                    <a:pt x="400" y="423"/>
                  </a:cubicBezTo>
                  <a:cubicBezTo>
                    <a:pt x="400" y="439"/>
                    <a:pt x="400" y="454"/>
                    <a:pt x="400" y="467"/>
                  </a:cubicBezTo>
                  <a:cubicBezTo>
                    <a:pt x="370" y="467"/>
                    <a:pt x="256" y="467"/>
                    <a:pt x="203" y="467"/>
                  </a:cubicBezTo>
                  <a:cubicBezTo>
                    <a:pt x="203" y="449"/>
                    <a:pt x="202" y="435"/>
                    <a:pt x="202" y="422"/>
                  </a:cubicBezTo>
                  <a:close/>
                  <a:moveTo>
                    <a:pt x="203" y="470"/>
                  </a:moveTo>
                  <a:cubicBezTo>
                    <a:pt x="237" y="471"/>
                    <a:pt x="275" y="472"/>
                    <a:pt x="298" y="473"/>
                  </a:cubicBezTo>
                  <a:cubicBezTo>
                    <a:pt x="316" y="474"/>
                    <a:pt x="356" y="474"/>
                    <a:pt x="400" y="474"/>
                  </a:cubicBezTo>
                  <a:cubicBezTo>
                    <a:pt x="400" y="489"/>
                    <a:pt x="400" y="502"/>
                    <a:pt x="400" y="513"/>
                  </a:cubicBezTo>
                  <a:cubicBezTo>
                    <a:pt x="368" y="513"/>
                    <a:pt x="334" y="512"/>
                    <a:pt x="311" y="511"/>
                  </a:cubicBezTo>
                  <a:cubicBezTo>
                    <a:pt x="294" y="511"/>
                    <a:pt x="250" y="510"/>
                    <a:pt x="204" y="511"/>
                  </a:cubicBezTo>
                  <a:cubicBezTo>
                    <a:pt x="204" y="496"/>
                    <a:pt x="203" y="482"/>
                    <a:pt x="203" y="470"/>
                  </a:cubicBezTo>
                  <a:close/>
                  <a:moveTo>
                    <a:pt x="204" y="516"/>
                  </a:moveTo>
                  <a:cubicBezTo>
                    <a:pt x="206" y="516"/>
                    <a:pt x="207" y="516"/>
                    <a:pt x="207" y="516"/>
                  </a:cubicBezTo>
                  <a:cubicBezTo>
                    <a:pt x="234" y="516"/>
                    <a:pt x="343" y="516"/>
                    <a:pt x="401" y="517"/>
                  </a:cubicBezTo>
                  <a:cubicBezTo>
                    <a:pt x="401" y="537"/>
                    <a:pt x="401" y="552"/>
                    <a:pt x="401" y="561"/>
                  </a:cubicBezTo>
                  <a:cubicBezTo>
                    <a:pt x="372" y="561"/>
                    <a:pt x="259" y="561"/>
                    <a:pt x="205" y="560"/>
                  </a:cubicBezTo>
                  <a:cubicBezTo>
                    <a:pt x="205" y="544"/>
                    <a:pt x="204" y="530"/>
                    <a:pt x="204" y="516"/>
                  </a:cubicBezTo>
                  <a:close/>
                  <a:moveTo>
                    <a:pt x="235" y="587"/>
                  </a:moveTo>
                  <a:cubicBezTo>
                    <a:pt x="219" y="587"/>
                    <a:pt x="210" y="587"/>
                    <a:pt x="205" y="587"/>
                  </a:cubicBezTo>
                  <a:cubicBezTo>
                    <a:pt x="205" y="579"/>
                    <a:pt x="205" y="571"/>
                    <a:pt x="205" y="564"/>
                  </a:cubicBezTo>
                  <a:cubicBezTo>
                    <a:pt x="239" y="565"/>
                    <a:pt x="276" y="566"/>
                    <a:pt x="298" y="567"/>
                  </a:cubicBezTo>
                  <a:cubicBezTo>
                    <a:pt x="316" y="568"/>
                    <a:pt x="357" y="568"/>
                    <a:pt x="401" y="568"/>
                  </a:cubicBezTo>
                  <a:cubicBezTo>
                    <a:pt x="401" y="583"/>
                    <a:pt x="401" y="586"/>
                    <a:pt x="401" y="587"/>
                  </a:cubicBezTo>
                  <a:cubicBezTo>
                    <a:pt x="313" y="587"/>
                    <a:pt x="235" y="587"/>
                    <a:pt x="235" y="587"/>
                  </a:cubicBezTo>
                  <a:close/>
                  <a:moveTo>
                    <a:pt x="414" y="423"/>
                  </a:moveTo>
                  <a:cubicBezTo>
                    <a:pt x="420" y="423"/>
                    <a:pt x="425" y="424"/>
                    <a:pt x="429" y="424"/>
                  </a:cubicBezTo>
                  <a:cubicBezTo>
                    <a:pt x="439" y="424"/>
                    <a:pt x="461" y="424"/>
                    <a:pt x="488" y="424"/>
                  </a:cubicBezTo>
                  <a:cubicBezTo>
                    <a:pt x="485" y="425"/>
                    <a:pt x="485" y="425"/>
                    <a:pt x="485" y="425"/>
                  </a:cubicBezTo>
                  <a:cubicBezTo>
                    <a:pt x="484" y="467"/>
                    <a:pt x="484" y="467"/>
                    <a:pt x="484" y="467"/>
                  </a:cubicBezTo>
                  <a:cubicBezTo>
                    <a:pt x="458" y="467"/>
                    <a:pt x="432" y="467"/>
                    <a:pt x="415" y="467"/>
                  </a:cubicBezTo>
                  <a:cubicBezTo>
                    <a:pt x="415" y="437"/>
                    <a:pt x="415" y="437"/>
                    <a:pt x="415" y="437"/>
                  </a:cubicBezTo>
                  <a:cubicBezTo>
                    <a:pt x="414" y="423"/>
                    <a:pt x="414" y="423"/>
                    <a:pt x="414" y="423"/>
                  </a:cubicBezTo>
                  <a:cubicBezTo>
                    <a:pt x="414" y="423"/>
                    <a:pt x="414" y="423"/>
                    <a:pt x="414" y="423"/>
                  </a:cubicBezTo>
                  <a:close/>
                  <a:moveTo>
                    <a:pt x="643" y="462"/>
                  </a:moveTo>
                  <a:cubicBezTo>
                    <a:pt x="643" y="462"/>
                    <a:pt x="643" y="462"/>
                    <a:pt x="643" y="462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1" y="485"/>
                    <a:pt x="639" y="499"/>
                    <a:pt x="638" y="511"/>
                  </a:cubicBezTo>
                  <a:cubicBezTo>
                    <a:pt x="638" y="511"/>
                    <a:pt x="638" y="511"/>
                    <a:pt x="637" y="511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6" y="536"/>
                    <a:pt x="635" y="549"/>
                    <a:pt x="634" y="558"/>
                  </a:cubicBezTo>
                  <a:cubicBezTo>
                    <a:pt x="634" y="558"/>
                    <a:pt x="634" y="558"/>
                    <a:pt x="634" y="558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1" y="587"/>
                    <a:pt x="631" y="587"/>
                    <a:pt x="631" y="587"/>
                  </a:cubicBezTo>
                  <a:cubicBezTo>
                    <a:pt x="631" y="587"/>
                    <a:pt x="602" y="583"/>
                    <a:pt x="547" y="583"/>
                  </a:cubicBezTo>
                  <a:cubicBezTo>
                    <a:pt x="518" y="583"/>
                    <a:pt x="488" y="591"/>
                    <a:pt x="453" y="591"/>
                  </a:cubicBezTo>
                  <a:cubicBezTo>
                    <a:pt x="444" y="591"/>
                    <a:pt x="428" y="589"/>
                    <a:pt x="415" y="587"/>
                  </a:cubicBezTo>
                  <a:cubicBezTo>
                    <a:pt x="415" y="581"/>
                    <a:pt x="415" y="574"/>
                    <a:pt x="415" y="568"/>
                  </a:cubicBezTo>
                  <a:cubicBezTo>
                    <a:pt x="477" y="568"/>
                    <a:pt x="541" y="567"/>
                    <a:pt x="551" y="567"/>
                  </a:cubicBezTo>
                  <a:cubicBezTo>
                    <a:pt x="567" y="567"/>
                    <a:pt x="620" y="566"/>
                    <a:pt x="633" y="565"/>
                  </a:cubicBezTo>
                  <a:cubicBezTo>
                    <a:pt x="633" y="558"/>
                    <a:pt x="633" y="558"/>
                    <a:pt x="633" y="558"/>
                  </a:cubicBezTo>
                  <a:cubicBezTo>
                    <a:pt x="622" y="558"/>
                    <a:pt x="598" y="558"/>
                    <a:pt x="582" y="560"/>
                  </a:cubicBezTo>
                  <a:cubicBezTo>
                    <a:pt x="562" y="561"/>
                    <a:pt x="459" y="561"/>
                    <a:pt x="415" y="561"/>
                  </a:cubicBezTo>
                  <a:cubicBezTo>
                    <a:pt x="415" y="544"/>
                    <a:pt x="415" y="530"/>
                    <a:pt x="415" y="518"/>
                  </a:cubicBezTo>
                  <a:cubicBezTo>
                    <a:pt x="421" y="518"/>
                    <a:pt x="426" y="518"/>
                    <a:pt x="429" y="518"/>
                  </a:cubicBezTo>
                  <a:cubicBezTo>
                    <a:pt x="463" y="520"/>
                    <a:pt x="623" y="518"/>
                    <a:pt x="635" y="518"/>
                  </a:cubicBezTo>
                  <a:cubicBezTo>
                    <a:pt x="636" y="518"/>
                    <a:pt x="636" y="518"/>
                    <a:pt x="637" y="518"/>
                  </a:cubicBezTo>
                  <a:cubicBezTo>
                    <a:pt x="637" y="511"/>
                    <a:pt x="637" y="511"/>
                    <a:pt x="637" y="511"/>
                  </a:cubicBezTo>
                  <a:cubicBezTo>
                    <a:pt x="606" y="511"/>
                    <a:pt x="515" y="514"/>
                    <a:pt x="484" y="514"/>
                  </a:cubicBezTo>
                  <a:cubicBezTo>
                    <a:pt x="468" y="514"/>
                    <a:pt x="443" y="514"/>
                    <a:pt x="415" y="513"/>
                  </a:cubicBezTo>
                  <a:cubicBezTo>
                    <a:pt x="415" y="497"/>
                    <a:pt x="415" y="484"/>
                    <a:pt x="415" y="474"/>
                  </a:cubicBezTo>
                  <a:cubicBezTo>
                    <a:pt x="477" y="473"/>
                    <a:pt x="541" y="473"/>
                    <a:pt x="551" y="473"/>
                  </a:cubicBezTo>
                  <a:cubicBezTo>
                    <a:pt x="565" y="473"/>
                    <a:pt x="622" y="471"/>
                    <a:pt x="642" y="470"/>
                  </a:cubicBezTo>
                  <a:cubicBezTo>
                    <a:pt x="643" y="462"/>
                    <a:pt x="643" y="462"/>
                    <a:pt x="643" y="462"/>
                  </a:cubicBezTo>
                  <a:cubicBezTo>
                    <a:pt x="630" y="463"/>
                    <a:pt x="599" y="464"/>
                    <a:pt x="582" y="466"/>
                  </a:cubicBezTo>
                  <a:cubicBezTo>
                    <a:pt x="570" y="467"/>
                    <a:pt x="530" y="467"/>
                    <a:pt x="489" y="467"/>
                  </a:cubicBezTo>
                  <a:cubicBezTo>
                    <a:pt x="489" y="424"/>
                    <a:pt x="489" y="424"/>
                    <a:pt x="489" y="424"/>
                  </a:cubicBezTo>
                  <a:cubicBezTo>
                    <a:pt x="549" y="424"/>
                    <a:pt x="627" y="423"/>
                    <a:pt x="635" y="423"/>
                  </a:cubicBezTo>
                  <a:cubicBezTo>
                    <a:pt x="639" y="423"/>
                    <a:pt x="644" y="423"/>
                    <a:pt x="647" y="422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6" y="437"/>
                    <a:pt x="644" y="450"/>
                    <a:pt x="643" y="462"/>
                  </a:cubicBezTo>
                  <a:close/>
                  <a:moveTo>
                    <a:pt x="656" y="321"/>
                  </a:moveTo>
                  <a:cubicBezTo>
                    <a:pt x="656" y="321"/>
                    <a:pt x="656" y="321"/>
                    <a:pt x="656" y="321"/>
                  </a:cubicBezTo>
                  <a:cubicBezTo>
                    <a:pt x="656" y="325"/>
                    <a:pt x="656" y="327"/>
                    <a:pt x="656" y="328"/>
                  </a:cubicBezTo>
                  <a:cubicBezTo>
                    <a:pt x="654" y="343"/>
                    <a:pt x="653" y="356"/>
                    <a:pt x="651" y="369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0" y="391"/>
                    <a:pt x="649" y="405"/>
                    <a:pt x="648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26" y="417"/>
                    <a:pt x="518" y="420"/>
                    <a:pt x="484" y="420"/>
                  </a:cubicBezTo>
                  <a:cubicBezTo>
                    <a:pt x="468" y="420"/>
                    <a:pt x="443" y="420"/>
                    <a:pt x="414" y="420"/>
                  </a:cubicBezTo>
                  <a:cubicBezTo>
                    <a:pt x="413" y="379"/>
                    <a:pt x="413" y="379"/>
                    <a:pt x="413" y="379"/>
                  </a:cubicBezTo>
                  <a:cubicBezTo>
                    <a:pt x="475" y="379"/>
                    <a:pt x="540" y="379"/>
                    <a:pt x="551" y="379"/>
                  </a:cubicBezTo>
                  <a:cubicBezTo>
                    <a:pt x="562" y="379"/>
                    <a:pt x="599" y="378"/>
                    <a:pt x="625" y="377"/>
                  </a:cubicBezTo>
                  <a:cubicBezTo>
                    <a:pt x="625" y="378"/>
                    <a:pt x="625" y="378"/>
                    <a:pt x="625" y="378"/>
                  </a:cubicBezTo>
                  <a:cubicBezTo>
                    <a:pt x="633" y="378"/>
                    <a:pt x="633" y="378"/>
                    <a:pt x="633" y="378"/>
                  </a:cubicBezTo>
                  <a:cubicBezTo>
                    <a:pt x="633" y="377"/>
                    <a:pt x="633" y="377"/>
                    <a:pt x="633" y="377"/>
                  </a:cubicBezTo>
                  <a:cubicBezTo>
                    <a:pt x="640" y="376"/>
                    <a:pt x="647" y="376"/>
                    <a:pt x="651" y="376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49" y="369"/>
                    <a:pt x="641" y="369"/>
                    <a:pt x="633" y="369"/>
                  </a:cubicBezTo>
                  <a:cubicBezTo>
                    <a:pt x="633" y="331"/>
                    <a:pt x="633" y="331"/>
                    <a:pt x="633" y="331"/>
                  </a:cubicBezTo>
                  <a:cubicBezTo>
                    <a:pt x="627" y="333"/>
                    <a:pt x="627" y="333"/>
                    <a:pt x="627" y="333"/>
                  </a:cubicBezTo>
                  <a:cubicBezTo>
                    <a:pt x="626" y="370"/>
                    <a:pt x="626" y="370"/>
                    <a:pt x="626" y="370"/>
                  </a:cubicBezTo>
                  <a:cubicBezTo>
                    <a:pt x="610" y="370"/>
                    <a:pt x="592" y="370"/>
                    <a:pt x="582" y="371"/>
                  </a:cubicBezTo>
                  <a:cubicBezTo>
                    <a:pt x="562" y="373"/>
                    <a:pt x="454" y="373"/>
                    <a:pt x="413" y="373"/>
                  </a:cubicBezTo>
                  <a:cubicBezTo>
                    <a:pt x="411" y="343"/>
                    <a:pt x="411" y="343"/>
                    <a:pt x="411" y="343"/>
                  </a:cubicBezTo>
                  <a:cubicBezTo>
                    <a:pt x="319" y="338"/>
                    <a:pt x="319" y="338"/>
                    <a:pt x="319" y="338"/>
                  </a:cubicBezTo>
                  <a:cubicBezTo>
                    <a:pt x="185" y="335"/>
                    <a:pt x="185" y="335"/>
                    <a:pt x="185" y="335"/>
                  </a:cubicBezTo>
                  <a:cubicBezTo>
                    <a:pt x="186" y="349"/>
                    <a:pt x="186" y="361"/>
                    <a:pt x="186" y="372"/>
                  </a:cubicBezTo>
                  <a:cubicBezTo>
                    <a:pt x="185" y="371"/>
                    <a:pt x="183" y="371"/>
                    <a:pt x="182" y="371"/>
                  </a:cubicBezTo>
                  <a:cubicBezTo>
                    <a:pt x="155" y="370"/>
                    <a:pt x="49" y="371"/>
                    <a:pt x="0" y="371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13" y="331"/>
                    <a:pt x="23" y="331"/>
                    <a:pt x="30" y="330"/>
                  </a:cubicBezTo>
                  <a:cubicBezTo>
                    <a:pt x="51" y="328"/>
                    <a:pt x="178" y="328"/>
                    <a:pt x="208" y="328"/>
                  </a:cubicBezTo>
                  <a:cubicBezTo>
                    <a:pt x="239" y="328"/>
                    <a:pt x="394" y="328"/>
                    <a:pt x="429" y="330"/>
                  </a:cubicBezTo>
                  <a:cubicBezTo>
                    <a:pt x="463" y="332"/>
                    <a:pt x="624" y="330"/>
                    <a:pt x="636" y="330"/>
                  </a:cubicBezTo>
                  <a:cubicBezTo>
                    <a:pt x="643" y="330"/>
                    <a:pt x="651" y="329"/>
                    <a:pt x="655" y="329"/>
                  </a:cubicBezTo>
                  <a:cubicBezTo>
                    <a:pt x="656" y="321"/>
                    <a:pt x="656" y="321"/>
                    <a:pt x="656" y="321"/>
                  </a:cubicBezTo>
                  <a:cubicBezTo>
                    <a:pt x="635" y="321"/>
                    <a:pt x="518" y="326"/>
                    <a:pt x="484" y="326"/>
                  </a:cubicBezTo>
                  <a:cubicBezTo>
                    <a:pt x="482" y="326"/>
                    <a:pt x="479" y="326"/>
                    <a:pt x="476" y="326"/>
                  </a:cubicBezTo>
                  <a:cubicBezTo>
                    <a:pt x="476" y="300"/>
                    <a:pt x="476" y="300"/>
                    <a:pt x="476" y="300"/>
                  </a:cubicBezTo>
                  <a:cubicBezTo>
                    <a:pt x="569" y="298"/>
                    <a:pt x="569" y="298"/>
                    <a:pt x="569" y="298"/>
                  </a:cubicBezTo>
                  <a:cubicBezTo>
                    <a:pt x="570" y="285"/>
                    <a:pt x="570" y="285"/>
                    <a:pt x="570" y="285"/>
                  </a:cubicBezTo>
                  <a:cubicBezTo>
                    <a:pt x="598" y="284"/>
                    <a:pt x="647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59" y="296"/>
                    <a:pt x="658" y="309"/>
                    <a:pt x="656" y="321"/>
                  </a:cubicBezTo>
                  <a:close/>
                  <a:moveTo>
                    <a:pt x="661" y="276"/>
                  </a:moveTo>
                  <a:cubicBezTo>
                    <a:pt x="661" y="276"/>
                    <a:pt x="661" y="276"/>
                    <a:pt x="661" y="276"/>
                  </a:cubicBezTo>
                  <a:cubicBezTo>
                    <a:pt x="649" y="276"/>
                    <a:pt x="601" y="276"/>
                    <a:pt x="582" y="277"/>
                  </a:cubicBezTo>
                  <a:cubicBezTo>
                    <a:pt x="579" y="277"/>
                    <a:pt x="575" y="278"/>
                    <a:pt x="570" y="278"/>
                  </a:cubicBezTo>
                  <a:cubicBezTo>
                    <a:pt x="571" y="236"/>
                    <a:pt x="571" y="236"/>
                    <a:pt x="571" y="236"/>
                  </a:cubicBezTo>
                  <a:cubicBezTo>
                    <a:pt x="604" y="236"/>
                    <a:pt x="631" y="235"/>
                    <a:pt x="635" y="235"/>
                  </a:cubicBezTo>
                  <a:cubicBezTo>
                    <a:pt x="644" y="235"/>
                    <a:pt x="659" y="236"/>
                    <a:pt x="664" y="236"/>
                  </a:cubicBezTo>
                  <a:cubicBezTo>
                    <a:pt x="664" y="236"/>
                    <a:pt x="664" y="236"/>
                    <a:pt x="664" y="236"/>
                  </a:cubicBezTo>
                  <a:cubicBezTo>
                    <a:pt x="665" y="236"/>
                    <a:pt x="665" y="236"/>
                    <a:pt x="665" y="236"/>
                  </a:cubicBezTo>
                  <a:cubicBezTo>
                    <a:pt x="664" y="249"/>
                    <a:pt x="662" y="262"/>
                    <a:pt x="661" y="27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669" y="1251"/>
              <a:ext cx="59" cy="57"/>
            </a:xfrm>
            <a:custGeom>
              <a:rect b="b" l="l" r="r" t="t"/>
              <a:pathLst>
                <a:path extrusionOk="0" h="24" w="25">
                  <a:moveTo>
                    <a:pt x="20" y="16"/>
                  </a:moveTo>
                  <a:cubicBezTo>
                    <a:pt x="20" y="16"/>
                    <a:pt x="25" y="0"/>
                    <a:pt x="15" y="0"/>
                  </a:cubicBezTo>
                  <a:cubicBezTo>
                    <a:pt x="6" y="0"/>
                    <a:pt x="0" y="5"/>
                    <a:pt x="0" y="9"/>
                  </a:cubicBezTo>
                  <a:cubicBezTo>
                    <a:pt x="0" y="14"/>
                    <a:pt x="6" y="24"/>
                    <a:pt x="6" y="24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3605" y="1256"/>
              <a:ext cx="274" cy="302"/>
            </a:xfrm>
            <a:custGeom>
              <a:rect b="b" l="l" r="r" t="t"/>
              <a:pathLst>
                <a:path extrusionOk="0" h="128" w="116">
                  <a:moveTo>
                    <a:pt x="86" y="36"/>
                  </a:moveTo>
                  <a:cubicBezTo>
                    <a:pt x="84" y="22"/>
                    <a:pt x="76" y="0"/>
                    <a:pt x="35" y="11"/>
                  </a:cubicBezTo>
                  <a:cubicBezTo>
                    <a:pt x="0" y="20"/>
                    <a:pt x="2" y="44"/>
                    <a:pt x="7" y="59"/>
                  </a:cubicBezTo>
                  <a:cubicBezTo>
                    <a:pt x="13" y="78"/>
                    <a:pt x="35" y="80"/>
                    <a:pt x="31" y="93"/>
                  </a:cubicBezTo>
                  <a:cubicBezTo>
                    <a:pt x="30" y="101"/>
                    <a:pt x="9" y="113"/>
                    <a:pt x="10" y="120"/>
                  </a:cubicBezTo>
                  <a:cubicBezTo>
                    <a:pt x="52" y="128"/>
                    <a:pt x="97" y="118"/>
                    <a:pt x="116" y="84"/>
                  </a:cubicBezTo>
                  <a:cubicBezTo>
                    <a:pt x="101" y="83"/>
                    <a:pt x="91" y="81"/>
                    <a:pt x="86" y="76"/>
                  </a:cubicBezTo>
                  <a:cubicBezTo>
                    <a:pt x="78" y="71"/>
                    <a:pt x="90" y="56"/>
                    <a:pt x="86" y="3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3631" y="1454"/>
              <a:ext cx="248" cy="109"/>
            </a:xfrm>
            <a:custGeom>
              <a:rect b="b" l="l" r="r" t="t"/>
              <a:pathLst>
                <a:path extrusionOk="0" h="46" w="105">
                  <a:moveTo>
                    <a:pt x="105" y="0"/>
                  </a:moveTo>
                  <a:cubicBezTo>
                    <a:pt x="105" y="0"/>
                    <a:pt x="72" y="5"/>
                    <a:pt x="49" y="11"/>
                  </a:cubicBezTo>
                  <a:cubicBezTo>
                    <a:pt x="41" y="15"/>
                    <a:pt x="0" y="33"/>
                    <a:pt x="0" y="33"/>
                  </a:cubicBezTo>
                  <a:cubicBezTo>
                    <a:pt x="0" y="33"/>
                    <a:pt x="16" y="46"/>
                    <a:pt x="56" y="36"/>
                  </a:cubicBezTo>
                  <a:cubicBezTo>
                    <a:pt x="96" y="25"/>
                    <a:pt x="104" y="4"/>
                    <a:pt x="105" y="0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733" y="1483"/>
              <a:ext cx="68" cy="37"/>
            </a:xfrm>
            <a:custGeom>
              <a:rect b="b" l="l" r="r" t="t"/>
              <a:pathLst>
                <a:path extrusionOk="0" h="16" w="29">
                  <a:moveTo>
                    <a:pt x="0" y="9"/>
                  </a:moveTo>
                  <a:cubicBezTo>
                    <a:pt x="0" y="9"/>
                    <a:pt x="19" y="0"/>
                    <a:pt x="27" y="1"/>
                  </a:cubicBezTo>
                  <a:cubicBezTo>
                    <a:pt x="29" y="7"/>
                    <a:pt x="26" y="15"/>
                    <a:pt x="17" y="16"/>
                  </a:cubicBezTo>
                  <a:cubicBezTo>
                    <a:pt x="7" y="16"/>
                    <a:pt x="1" y="14"/>
                    <a:pt x="0" y="9"/>
                  </a:cubicBezTo>
                  <a:close/>
                </a:path>
              </a:pathLst>
            </a:custGeom>
            <a:solidFill>
              <a:srgbClr val="F2C3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3414" y="1116"/>
              <a:ext cx="605" cy="584"/>
            </a:xfrm>
            <a:custGeom>
              <a:rect b="b" l="l" r="r" t="t"/>
              <a:pathLst>
                <a:path extrusionOk="0" h="584" w="605">
                  <a:moveTo>
                    <a:pt x="42" y="582"/>
                  </a:moveTo>
                  <a:lnTo>
                    <a:pt x="66" y="570"/>
                  </a:lnTo>
                  <a:lnTo>
                    <a:pt x="57" y="485"/>
                  </a:lnTo>
                  <a:lnTo>
                    <a:pt x="31" y="227"/>
                  </a:lnTo>
                  <a:lnTo>
                    <a:pt x="298" y="38"/>
                  </a:lnTo>
                  <a:lnTo>
                    <a:pt x="565" y="215"/>
                  </a:lnTo>
                  <a:lnTo>
                    <a:pt x="550" y="492"/>
                  </a:lnTo>
                  <a:lnTo>
                    <a:pt x="546" y="570"/>
                  </a:lnTo>
                  <a:lnTo>
                    <a:pt x="579" y="584"/>
                  </a:lnTo>
                  <a:lnTo>
                    <a:pt x="586" y="511"/>
                  </a:lnTo>
                  <a:lnTo>
                    <a:pt x="605" y="196"/>
                  </a:lnTo>
                  <a:lnTo>
                    <a:pt x="295" y="0"/>
                  </a:lnTo>
                  <a:lnTo>
                    <a:pt x="0" y="218"/>
                  </a:lnTo>
                  <a:lnTo>
                    <a:pt x="33" y="496"/>
                  </a:lnTo>
                  <a:lnTo>
                    <a:pt x="42" y="582"/>
                  </a:lnTo>
                  <a:lnTo>
                    <a:pt x="42" y="582"/>
                  </a:lnTo>
                  <a:lnTo>
                    <a:pt x="42" y="582"/>
                  </a:lnTo>
                  <a:close/>
                </a:path>
              </a:pathLst>
            </a:custGeom>
            <a:solidFill>
              <a:srgbClr val="5757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3461" y="2565"/>
              <a:ext cx="503" cy="578"/>
            </a:xfrm>
            <a:custGeom>
              <a:rect b="b" l="l" r="r" t="t"/>
              <a:pathLst>
                <a:path extrusionOk="0" h="245" w="213">
                  <a:moveTo>
                    <a:pt x="0" y="0"/>
                  </a:moveTo>
                  <a:cubicBezTo>
                    <a:pt x="6" y="245"/>
                    <a:pt x="6" y="245"/>
                    <a:pt x="6" y="245"/>
                  </a:cubicBezTo>
                  <a:cubicBezTo>
                    <a:pt x="40" y="245"/>
                    <a:pt x="40" y="245"/>
                    <a:pt x="40" y="245"/>
                  </a:cubicBezTo>
                  <a:cubicBezTo>
                    <a:pt x="40" y="245"/>
                    <a:pt x="121" y="245"/>
                    <a:pt x="210" y="245"/>
                  </a:cubicBezTo>
                  <a:cubicBezTo>
                    <a:pt x="212" y="245"/>
                    <a:pt x="213" y="245"/>
                    <a:pt x="213" y="245"/>
                  </a:cubicBezTo>
                  <a:cubicBezTo>
                    <a:pt x="208" y="7"/>
                    <a:pt x="208" y="7"/>
                    <a:pt x="208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214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695" y="2567"/>
              <a:ext cx="33" cy="576"/>
            </a:xfrm>
            <a:custGeom>
              <a:rect b="b" l="l" r="r" t="t"/>
              <a:pathLst>
                <a:path extrusionOk="0" h="244" w="14">
                  <a:moveTo>
                    <a:pt x="0" y="0"/>
                  </a:moveTo>
                  <a:cubicBezTo>
                    <a:pt x="6" y="244"/>
                    <a:pt x="6" y="244"/>
                    <a:pt x="6" y="244"/>
                  </a:cubicBezTo>
                  <a:cubicBezTo>
                    <a:pt x="8" y="244"/>
                    <a:pt x="11" y="244"/>
                    <a:pt x="14" y="244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0E0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095" y="2076"/>
              <a:ext cx="357" cy="356"/>
            </a:xfrm>
            <a:custGeom>
              <a:rect b="b" l="l" r="r" t="t"/>
              <a:pathLst>
                <a:path extrusionOk="0" h="356" w="357">
                  <a:moveTo>
                    <a:pt x="0" y="0"/>
                  </a:moveTo>
                  <a:lnTo>
                    <a:pt x="21" y="356"/>
                  </a:lnTo>
                  <a:lnTo>
                    <a:pt x="357" y="356"/>
                  </a:lnTo>
                  <a:lnTo>
                    <a:pt x="343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969" y="2076"/>
              <a:ext cx="355" cy="356"/>
            </a:xfrm>
            <a:custGeom>
              <a:rect b="b" l="l" r="r" t="t"/>
              <a:pathLst>
                <a:path extrusionOk="0" h="356" w="355">
                  <a:moveTo>
                    <a:pt x="0" y="0"/>
                  </a:moveTo>
                  <a:lnTo>
                    <a:pt x="12" y="356"/>
                  </a:lnTo>
                  <a:lnTo>
                    <a:pt x="355" y="356"/>
                  </a:lnTo>
                  <a:lnTo>
                    <a:pt x="34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3000" y="1608"/>
              <a:ext cx="1635" cy="479"/>
            </a:xfrm>
            <a:custGeom>
              <a:rect b="b" l="l" r="r" t="t"/>
              <a:pathLst>
                <a:path extrusionOk="0" h="203" w="692"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251" y="25"/>
                    <a:pt x="251" y="25"/>
                    <a:pt x="251" y="25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48" y="134"/>
                    <a:pt x="98" y="111"/>
                    <a:pt x="115" y="105"/>
                  </a:cubicBezTo>
                  <a:cubicBezTo>
                    <a:pt x="153" y="92"/>
                    <a:pt x="308" y="16"/>
                    <a:pt x="308" y="16"/>
                  </a:cubicBezTo>
                  <a:cubicBezTo>
                    <a:pt x="309" y="11"/>
                    <a:pt x="309" y="9"/>
                    <a:pt x="309" y="9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9" y="8"/>
                    <a:pt x="309" y="9"/>
                    <a:pt x="309" y="9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08" y="16"/>
                    <a:pt x="308" y="16"/>
                    <a:pt x="308" y="16"/>
                  </a:cubicBezTo>
                  <a:cubicBezTo>
                    <a:pt x="321" y="21"/>
                    <a:pt x="321" y="21"/>
                    <a:pt x="321" y="21"/>
                  </a:cubicBezTo>
                  <a:cubicBezTo>
                    <a:pt x="538" y="131"/>
                    <a:pt x="538" y="131"/>
                    <a:pt x="538" y="131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92" y="203"/>
                    <a:pt x="692" y="203"/>
                    <a:pt x="692" y="203"/>
                  </a:cubicBezTo>
                  <a:cubicBezTo>
                    <a:pt x="692" y="203"/>
                    <a:pt x="692" y="195"/>
                    <a:pt x="692" y="184"/>
                  </a:cubicBezTo>
                  <a:cubicBezTo>
                    <a:pt x="688" y="182"/>
                    <a:pt x="316" y="2"/>
                    <a:pt x="310" y="0"/>
                  </a:cubicBezTo>
                  <a:close/>
                  <a:moveTo>
                    <a:pt x="193" y="56"/>
                  </a:moveTo>
                  <a:cubicBezTo>
                    <a:pt x="193" y="57"/>
                    <a:pt x="193" y="57"/>
                    <a:pt x="193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3" y="56"/>
                    <a:pt x="193" y="56"/>
                    <a:pt x="193" y="56"/>
                  </a:cubicBezTo>
                  <a:close/>
                </a:path>
              </a:pathLst>
            </a:custGeom>
            <a:solidFill>
              <a:srgbClr val="5757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3473" y="3143"/>
              <a:ext cx="491" cy="12"/>
            </a:xfrm>
            <a:custGeom>
              <a:rect b="b" l="l" r="r" t="t"/>
              <a:pathLst>
                <a:path extrusionOk="0" h="5" w="208">
                  <a:moveTo>
                    <a:pt x="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08" y="4"/>
                    <a:pt x="208" y="4"/>
                    <a:pt x="208" y="4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7" y="0"/>
                    <a:pt x="207" y="0"/>
                    <a:pt x="205" y="0"/>
                  </a:cubicBezTo>
                  <a:cubicBezTo>
                    <a:pt x="115" y="0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42A9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1714988" y="4544219"/>
            <a:ext cx="1873268" cy="2324202"/>
            <a:chOff x="3359" y="1523"/>
            <a:chExt cx="943" cy="1170"/>
          </a:xfrm>
        </p:grpSpPr>
        <p:sp>
          <p:nvSpPr>
            <p:cNvPr id="157" name="Google Shape;157;p2"/>
            <p:cNvSpPr/>
            <p:nvPr/>
          </p:nvSpPr>
          <p:spPr>
            <a:xfrm>
              <a:off x="3359" y="1523"/>
              <a:ext cx="943" cy="922"/>
            </a:xfrm>
            <a:custGeom>
              <a:rect b="b" l="l" r="r" t="t"/>
              <a:pathLst>
                <a:path extrusionOk="0" h="390" w="399">
                  <a:moveTo>
                    <a:pt x="213" y="385"/>
                  </a:moveTo>
                  <a:cubicBezTo>
                    <a:pt x="276" y="390"/>
                    <a:pt x="399" y="354"/>
                    <a:pt x="369" y="198"/>
                  </a:cubicBezTo>
                  <a:cubicBezTo>
                    <a:pt x="328" y="0"/>
                    <a:pt x="101" y="49"/>
                    <a:pt x="63" y="117"/>
                  </a:cubicBezTo>
                  <a:cubicBezTo>
                    <a:pt x="0" y="229"/>
                    <a:pt x="19" y="370"/>
                    <a:pt x="213" y="385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565" y="1904"/>
              <a:ext cx="562" cy="789"/>
            </a:xfrm>
            <a:custGeom>
              <a:rect b="b" l="l" r="r" t="t"/>
              <a:pathLst>
                <a:path extrusionOk="0" h="334" w="238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553" y="1620"/>
              <a:ext cx="596" cy="192"/>
            </a:xfrm>
            <a:custGeom>
              <a:rect b="b" l="l" r="r" t="t"/>
              <a:pathLst>
                <a:path extrusionOk="0" h="81" w="252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407" y="1788"/>
              <a:ext cx="305" cy="661"/>
            </a:xfrm>
            <a:custGeom>
              <a:rect b="b" l="l" r="r" t="t"/>
              <a:pathLst>
                <a:path extrusionOk="0" h="280" w="129">
                  <a:moveTo>
                    <a:pt x="92" y="257"/>
                  </a:moveTo>
                  <a:cubicBezTo>
                    <a:pt x="84" y="249"/>
                    <a:pt x="89" y="220"/>
                    <a:pt x="89" y="220"/>
                  </a:cubicBezTo>
                  <a:cubicBezTo>
                    <a:pt x="89" y="220"/>
                    <a:pt x="58" y="239"/>
                    <a:pt x="50" y="234"/>
                  </a:cubicBezTo>
                  <a:cubicBezTo>
                    <a:pt x="29" y="220"/>
                    <a:pt x="64" y="186"/>
                    <a:pt x="64" y="186"/>
                  </a:cubicBezTo>
                  <a:cubicBezTo>
                    <a:pt x="64" y="186"/>
                    <a:pt x="35" y="192"/>
                    <a:pt x="30" y="184"/>
                  </a:cubicBezTo>
                  <a:cubicBezTo>
                    <a:pt x="24" y="174"/>
                    <a:pt x="45" y="146"/>
                    <a:pt x="45" y="146"/>
                  </a:cubicBezTo>
                  <a:cubicBezTo>
                    <a:pt x="45" y="146"/>
                    <a:pt x="10" y="158"/>
                    <a:pt x="11" y="133"/>
                  </a:cubicBezTo>
                  <a:cubicBezTo>
                    <a:pt x="11" y="109"/>
                    <a:pt x="48" y="104"/>
                    <a:pt x="48" y="104"/>
                  </a:cubicBezTo>
                  <a:cubicBezTo>
                    <a:pt x="48" y="104"/>
                    <a:pt x="14" y="91"/>
                    <a:pt x="16" y="82"/>
                  </a:cubicBezTo>
                  <a:cubicBezTo>
                    <a:pt x="18" y="67"/>
                    <a:pt x="29" y="66"/>
                    <a:pt x="45" y="64"/>
                  </a:cubicBezTo>
                  <a:cubicBezTo>
                    <a:pt x="41" y="62"/>
                    <a:pt x="28" y="41"/>
                    <a:pt x="28" y="35"/>
                  </a:cubicBezTo>
                  <a:cubicBezTo>
                    <a:pt x="28" y="28"/>
                    <a:pt x="36" y="17"/>
                    <a:pt x="47" y="15"/>
                  </a:cubicBezTo>
                  <a:cubicBezTo>
                    <a:pt x="52" y="13"/>
                    <a:pt x="61" y="11"/>
                    <a:pt x="72" y="8"/>
                  </a:cubicBezTo>
                  <a:cubicBezTo>
                    <a:pt x="54" y="0"/>
                    <a:pt x="30" y="8"/>
                    <a:pt x="23" y="25"/>
                  </a:cubicBezTo>
                  <a:cubicBezTo>
                    <a:pt x="12" y="46"/>
                    <a:pt x="35" y="62"/>
                    <a:pt x="35" y="62"/>
                  </a:cubicBezTo>
                  <a:cubicBezTo>
                    <a:pt x="35" y="62"/>
                    <a:pt x="11" y="53"/>
                    <a:pt x="8" y="84"/>
                  </a:cubicBezTo>
                  <a:cubicBezTo>
                    <a:pt x="6" y="98"/>
                    <a:pt x="16" y="99"/>
                    <a:pt x="34" y="106"/>
                  </a:cubicBezTo>
                  <a:cubicBezTo>
                    <a:pt x="16" y="103"/>
                    <a:pt x="0" y="117"/>
                    <a:pt x="1" y="140"/>
                  </a:cubicBezTo>
                  <a:cubicBezTo>
                    <a:pt x="3" y="163"/>
                    <a:pt x="34" y="154"/>
                    <a:pt x="34" y="154"/>
                  </a:cubicBezTo>
                  <a:cubicBezTo>
                    <a:pt x="34" y="154"/>
                    <a:pt x="14" y="171"/>
                    <a:pt x="22" y="187"/>
                  </a:cubicBezTo>
                  <a:cubicBezTo>
                    <a:pt x="29" y="202"/>
                    <a:pt x="53" y="190"/>
                    <a:pt x="53" y="190"/>
                  </a:cubicBezTo>
                  <a:cubicBezTo>
                    <a:pt x="53" y="190"/>
                    <a:pt x="17" y="222"/>
                    <a:pt x="41" y="237"/>
                  </a:cubicBezTo>
                  <a:cubicBezTo>
                    <a:pt x="62" y="251"/>
                    <a:pt x="69" y="242"/>
                    <a:pt x="80" y="231"/>
                  </a:cubicBezTo>
                  <a:cubicBezTo>
                    <a:pt x="75" y="244"/>
                    <a:pt x="79" y="269"/>
                    <a:pt x="100" y="273"/>
                  </a:cubicBezTo>
                  <a:cubicBezTo>
                    <a:pt x="127" y="280"/>
                    <a:pt x="129" y="249"/>
                    <a:pt x="129" y="249"/>
                  </a:cubicBezTo>
                  <a:cubicBezTo>
                    <a:pt x="129" y="249"/>
                    <a:pt x="111" y="277"/>
                    <a:pt x="92" y="25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884" y="1779"/>
              <a:ext cx="392" cy="666"/>
            </a:xfrm>
            <a:custGeom>
              <a:rect b="b" l="l" r="r" t="t"/>
              <a:pathLst>
                <a:path extrusionOk="0" h="282" w="166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62" name="Google Shape;162;p2"/>
          <p:cNvGrpSpPr/>
          <p:nvPr/>
        </p:nvGrpSpPr>
        <p:grpSpPr>
          <a:xfrm>
            <a:off x="1168399" y="5011046"/>
            <a:ext cx="1497013" cy="1857375"/>
            <a:chOff x="3367" y="1523"/>
            <a:chExt cx="943" cy="1170"/>
          </a:xfrm>
        </p:grpSpPr>
        <p:sp>
          <p:nvSpPr>
            <p:cNvPr id="163" name="Google Shape;163;p2"/>
            <p:cNvSpPr/>
            <p:nvPr/>
          </p:nvSpPr>
          <p:spPr>
            <a:xfrm>
              <a:off x="3757" y="2208"/>
              <a:ext cx="236" cy="88"/>
            </a:xfrm>
            <a:custGeom>
              <a:rect b="b" l="l" r="r" t="t"/>
              <a:pathLst>
                <a:path extrusionOk="0" h="37" w="100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367" y="1523"/>
              <a:ext cx="943" cy="922"/>
            </a:xfrm>
            <a:custGeom>
              <a:rect b="b" l="l" r="r" t="t"/>
              <a:pathLst>
                <a:path extrusionOk="0" h="390" w="399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571" y="1904"/>
              <a:ext cx="564" cy="789"/>
            </a:xfrm>
            <a:custGeom>
              <a:rect b="b" l="l" r="r" t="t"/>
              <a:pathLst>
                <a:path extrusionOk="0" h="334" w="239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528" y="1620"/>
              <a:ext cx="593" cy="192"/>
            </a:xfrm>
            <a:custGeom>
              <a:rect b="b" l="l" r="r" t="t"/>
              <a:pathLst>
                <a:path extrusionOk="0" h="81" w="25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965" y="1788"/>
              <a:ext cx="307" cy="661"/>
            </a:xfrm>
            <a:custGeom>
              <a:rect b="b" l="l" r="r" t="t"/>
              <a:pathLst>
                <a:path extrusionOk="0" h="280" w="13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403" y="1779"/>
              <a:ext cx="389" cy="666"/>
            </a:xfrm>
            <a:custGeom>
              <a:rect b="b" l="l" r="r" t="t"/>
              <a:pathLst>
                <a:path extrusionOk="0" h="282" w="165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69" name="Google Shape;169;p2"/>
          <p:cNvGrpSpPr/>
          <p:nvPr/>
        </p:nvGrpSpPr>
        <p:grpSpPr>
          <a:xfrm>
            <a:off x="-21971" y="4350236"/>
            <a:ext cx="1696783" cy="2518186"/>
            <a:chOff x="-3496" y="4350236"/>
            <a:chExt cx="1696783" cy="2518186"/>
          </a:xfrm>
        </p:grpSpPr>
        <p:sp>
          <p:nvSpPr>
            <p:cNvPr id="170" name="Google Shape;170;p2"/>
            <p:cNvSpPr/>
            <p:nvPr/>
          </p:nvSpPr>
          <p:spPr>
            <a:xfrm>
              <a:off x="-1588" y="4440962"/>
              <a:ext cx="1615212" cy="1820141"/>
            </a:xfrm>
            <a:custGeom>
              <a:rect b="b" l="l" r="r" t="t"/>
              <a:pathLst>
                <a:path extrusionOk="0" h="1820141" w="1615212">
                  <a:moveTo>
                    <a:pt x="734626" y="2038"/>
                  </a:moveTo>
                  <a:cubicBezTo>
                    <a:pt x="1104168" y="24231"/>
                    <a:pt x="1475791" y="230903"/>
                    <a:pt x="1589496" y="780177"/>
                  </a:cubicBezTo>
                  <a:cubicBezTo>
                    <a:pt x="1755894" y="1645701"/>
                    <a:pt x="1073662" y="1845437"/>
                    <a:pt x="724226" y="1817696"/>
                  </a:cubicBezTo>
                  <a:cubicBezTo>
                    <a:pt x="398251" y="1792485"/>
                    <a:pt x="161356" y="1703117"/>
                    <a:pt x="0" y="1572499"/>
                  </a:cubicBezTo>
                  <a:lnTo>
                    <a:pt x="0" y="211270"/>
                  </a:lnTo>
                  <a:cubicBezTo>
                    <a:pt x="161774" y="78872"/>
                    <a:pt x="447573" y="-15201"/>
                    <a:pt x="734626" y="2038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4666" y="5016746"/>
              <a:ext cx="1318938" cy="1851676"/>
            </a:xfrm>
            <a:custGeom>
              <a:rect b="b" l="l" r="r" t="t"/>
              <a:pathLst>
                <a:path extrusionOk="0" h="334" w="238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-3496" y="4350236"/>
              <a:ext cx="1398732" cy="450598"/>
            </a:xfrm>
            <a:custGeom>
              <a:rect b="b" l="l" r="r" t="t"/>
              <a:pathLst>
                <a:path extrusionOk="0" h="81" w="252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773316" y="4723387"/>
              <a:ext cx="919971" cy="1563012"/>
            </a:xfrm>
            <a:custGeom>
              <a:rect b="b" l="l" r="r" t="t"/>
              <a:pathLst>
                <a:path extrusionOk="0" h="282" w="166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74" name="Google Shape;174;p2"/>
          <p:cNvGrpSpPr/>
          <p:nvPr/>
        </p:nvGrpSpPr>
        <p:grpSpPr>
          <a:xfrm>
            <a:off x="2911336" y="4572470"/>
            <a:ext cx="1850498" cy="2295951"/>
            <a:chOff x="3367" y="1523"/>
            <a:chExt cx="943" cy="1170"/>
          </a:xfrm>
        </p:grpSpPr>
        <p:sp>
          <p:nvSpPr>
            <p:cNvPr id="175" name="Google Shape;175;p2"/>
            <p:cNvSpPr/>
            <p:nvPr/>
          </p:nvSpPr>
          <p:spPr>
            <a:xfrm>
              <a:off x="3757" y="2208"/>
              <a:ext cx="236" cy="88"/>
            </a:xfrm>
            <a:custGeom>
              <a:rect b="b" l="l" r="r" t="t"/>
              <a:pathLst>
                <a:path extrusionOk="0" h="37" w="100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367" y="1523"/>
              <a:ext cx="943" cy="922"/>
            </a:xfrm>
            <a:custGeom>
              <a:rect b="b" l="l" r="r" t="t"/>
              <a:pathLst>
                <a:path extrusionOk="0" h="390" w="399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7D3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571" y="1904"/>
              <a:ext cx="564" cy="789"/>
            </a:xfrm>
            <a:custGeom>
              <a:rect b="b" l="l" r="r" t="t"/>
              <a:pathLst>
                <a:path extrusionOk="0" h="334" w="239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528" y="1620"/>
              <a:ext cx="593" cy="192"/>
            </a:xfrm>
            <a:custGeom>
              <a:rect b="b" l="l" r="r" t="t"/>
              <a:pathLst>
                <a:path extrusionOk="0" h="81" w="25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965" y="1788"/>
              <a:ext cx="307" cy="661"/>
            </a:xfrm>
            <a:custGeom>
              <a:rect b="b" l="l" r="r" t="t"/>
              <a:pathLst>
                <a:path extrusionOk="0" h="280" w="13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403" y="1779"/>
              <a:ext cx="389" cy="666"/>
            </a:xfrm>
            <a:custGeom>
              <a:rect b="b" l="l" r="r" t="t"/>
              <a:pathLst>
                <a:path extrusionOk="0" h="282" w="165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181" name="Google Shape;181;p2"/>
          <p:cNvGrpSpPr/>
          <p:nvPr/>
        </p:nvGrpSpPr>
        <p:grpSpPr>
          <a:xfrm rot="1576354">
            <a:off x="10987365" y="2756735"/>
            <a:ext cx="1341666" cy="1378652"/>
            <a:chOff x="10880877" y="927997"/>
            <a:chExt cx="1341666" cy="1378652"/>
          </a:xfrm>
        </p:grpSpPr>
        <p:sp>
          <p:nvSpPr>
            <p:cNvPr id="182" name="Google Shape;182;p2"/>
            <p:cNvSpPr/>
            <p:nvPr/>
          </p:nvSpPr>
          <p:spPr>
            <a:xfrm rot="-1200454">
              <a:off x="11036616" y="1071278"/>
              <a:ext cx="1030189" cy="1092089"/>
            </a:xfrm>
            <a:custGeom>
              <a:rect b="b" l="l" r="r" t="t"/>
              <a:pathLst>
                <a:path extrusionOk="0" h="523" w="49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 rot="-1200454">
              <a:off x="11111902" y="1136486"/>
              <a:ext cx="872786" cy="886051"/>
            </a:xfrm>
            <a:custGeom>
              <a:rect b="b" l="l" r="r" t="t"/>
              <a:pathLst>
                <a:path extrusionOk="0" h="424" w="418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 rot="-1200454">
              <a:off x="11487828" y="1372986"/>
              <a:ext cx="144138" cy="616345"/>
            </a:xfrm>
            <a:custGeom>
              <a:rect b="b" l="l" r="r" t="t"/>
              <a:pathLst>
                <a:path extrusionOk="0" h="295" w="69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 rot="-1200454">
              <a:off x="11275423" y="1608421"/>
              <a:ext cx="279433" cy="298887"/>
            </a:xfrm>
            <a:custGeom>
              <a:rect b="b" l="l" r="r" t="t"/>
              <a:pathLst>
                <a:path extrusionOk="0" h="143" w="134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 rot="-1200454">
              <a:off x="11408949" y="1946124"/>
              <a:ext cx="244062" cy="84007"/>
            </a:xfrm>
            <a:custGeom>
              <a:rect b="b" l="l" r="r" t="t"/>
              <a:pathLst>
                <a:path extrusionOk="0" h="40" w="117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 rot="-1200454">
              <a:off x="11624124" y="1563797"/>
              <a:ext cx="342217" cy="229913"/>
            </a:xfrm>
            <a:custGeom>
              <a:rect b="b" l="l" r="r" t="t"/>
              <a:pathLst>
                <a:path extrusionOk="0" h="110" w="164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 rot="-1200454">
              <a:off x="11677994" y="1824726"/>
              <a:ext cx="329837" cy="104345"/>
            </a:xfrm>
            <a:custGeom>
              <a:rect b="b" l="l" r="r" t="t"/>
              <a:pathLst>
                <a:path extrusionOk="0" h="50" w="158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 rot="-1200454">
              <a:off x="11582576" y="2030249"/>
              <a:ext cx="165361" cy="211344"/>
            </a:xfrm>
            <a:custGeom>
              <a:rect b="b" l="l" r="r" t="t"/>
              <a:pathLst>
                <a:path extrusionOk="0" h="101" w="79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190" name="Google Shape;190;p2"/>
          <p:cNvSpPr/>
          <p:nvPr/>
        </p:nvSpPr>
        <p:spPr>
          <a:xfrm>
            <a:off x="4042661" y="5351893"/>
            <a:ext cx="349250" cy="223837"/>
          </a:xfrm>
          <a:custGeom>
            <a:rect b="b" l="l" r="r" t="t"/>
            <a:pathLst>
              <a:path extrusionOk="0" h="60" w="93">
                <a:moveTo>
                  <a:pt x="0" y="10"/>
                </a:moveTo>
                <a:cubicBezTo>
                  <a:pt x="28" y="28"/>
                  <a:pt x="57" y="45"/>
                  <a:pt x="87" y="60"/>
                </a:cubicBezTo>
                <a:cubicBezTo>
                  <a:pt x="93" y="49"/>
                  <a:pt x="93" y="49"/>
                  <a:pt x="93" y="49"/>
                </a:cubicBezTo>
                <a:cubicBezTo>
                  <a:pt x="64" y="34"/>
                  <a:pt x="34" y="18"/>
                  <a:pt x="6" y="0"/>
                </a:cubicBezTo>
                <a:cubicBezTo>
                  <a:pt x="6" y="0"/>
                  <a:pt x="6" y="0"/>
                  <a:pt x="0" y="10"/>
                </a:cubicBezTo>
                <a:close/>
              </a:path>
            </a:pathLst>
          </a:custGeom>
          <a:solidFill>
            <a:srgbClr val="F9D4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-28233" y="3533670"/>
            <a:ext cx="12139450" cy="3029936"/>
          </a:xfrm>
          <a:custGeom>
            <a:rect b="b" l="l" r="r" t="t"/>
            <a:pathLst>
              <a:path extrusionOk="0" h="3029936" w="12139450">
                <a:moveTo>
                  <a:pt x="0" y="0"/>
                </a:moveTo>
                <a:cubicBezTo>
                  <a:pt x="2929759" y="344215"/>
                  <a:pt x="5071240" y="2953407"/>
                  <a:pt x="7598980" y="3026979"/>
                </a:cubicBezTo>
                <a:cubicBezTo>
                  <a:pt x="10126720" y="3100551"/>
                  <a:pt x="11782099" y="1778876"/>
                  <a:pt x="12139450" y="1576552"/>
                </a:cubicBezTo>
              </a:path>
            </a:pathLst>
          </a:custGeom>
          <a:noFill/>
          <a:ln cap="flat" cmpd="sng" w="38100">
            <a:solidFill>
              <a:srgbClr val="F9D43B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192" name="Google Shape;192;p2"/>
          <p:cNvGrpSpPr/>
          <p:nvPr/>
        </p:nvGrpSpPr>
        <p:grpSpPr>
          <a:xfrm rot="198573">
            <a:off x="1068481" y="2454063"/>
            <a:ext cx="2361640" cy="1990816"/>
            <a:chOff x="1040409" y="2479490"/>
            <a:chExt cx="2366634" cy="1995025"/>
          </a:xfrm>
        </p:grpSpPr>
        <p:sp>
          <p:nvSpPr>
            <p:cNvPr id="193" name="Google Shape;193;p2"/>
            <p:cNvSpPr/>
            <p:nvPr/>
          </p:nvSpPr>
          <p:spPr>
            <a:xfrm rot="1365846">
              <a:off x="2670688" y="3669154"/>
              <a:ext cx="638832" cy="573399"/>
            </a:xfrm>
            <a:custGeom>
              <a:rect b="b" l="l" r="r" t="t"/>
              <a:pathLst>
                <a:path extrusionOk="0" h="141" w="157">
                  <a:moveTo>
                    <a:pt x="0" y="16"/>
                  </a:moveTo>
                  <a:cubicBezTo>
                    <a:pt x="0" y="16"/>
                    <a:pt x="114" y="0"/>
                    <a:pt x="137" y="17"/>
                  </a:cubicBezTo>
                  <a:cubicBezTo>
                    <a:pt x="156" y="34"/>
                    <a:pt x="157" y="138"/>
                    <a:pt x="157" y="138"/>
                  </a:cubicBezTo>
                  <a:cubicBezTo>
                    <a:pt x="157" y="138"/>
                    <a:pt x="113" y="141"/>
                    <a:pt x="99" y="141"/>
                  </a:cubicBezTo>
                  <a:cubicBezTo>
                    <a:pt x="104" y="72"/>
                    <a:pt x="20" y="74"/>
                    <a:pt x="20" y="7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 rot="1365846">
              <a:off x="1191522" y="2789483"/>
              <a:ext cx="1833843" cy="1150242"/>
            </a:xfrm>
            <a:custGeom>
              <a:rect b="b" l="l" r="r" t="t"/>
              <a:pathLst>
                <a:path extrusionOk="0" h="283" w="451">
                  <a:moveTo>
                    <a:pt x="9" y="66"/>
                  </a:moveTo>
                  <a:cubicBezTo>
                    <a:pt x="25" y="42"/>
                    <a:pt x="403" y="0"/>
                    <a:pt x="427" y="29"/>
                  </a:cubicBezTo>
                  <a:cubicBezTo>
                    <a:pt x="437" y="40"/>
                    <a:pt x="444" y="131"/>
                    <a:pt x="451" y="197"/>
                  </a:cubicBezTo>
                  <a:cubicBezTo>
                    <a:pt x="434" y="189"/>
                    <a:pt x="389" y="219"/>
                    <a:pt x="389" y="219"/>
                  </a:cubicBezTo>
                  <a:cubicBezTo>
                    <a:pt x="371" y="237"/>
                    <a:pt x="375" y="267"/>
                    <a:pt x="375" y="267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12" y="210"/>
                    <a:pt x="135" y="213"/>
                  </a:cubicBezTo>
                  <a:cubicBezTo>
                    <a:pt x="114" y="213"/>
                    <a:pt x="71" y="244"/>
                    <a:pt x="78" y="281"/>
                  </a:cubicBezTo>
                  <a:cubicBezTo>
                    <a:pt x="45" y="282"/>
                    <a:pt x="18" y="283"/>
                    <a:pt x="18" y="283"/>
                  </a:cubicBezTo>
                  <a:cubicBezTo>
                    <a:pt x="18" y="283"/>
                    <a:pt x="0" y="85"/>
                    <a:pt x="9" y="6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 rot="1365846">
              <a:off x="2723337" y="3180089"/>
              <a:ext cx="292726" cy="447699"/>
            </a:xfrm>
            <a:custGeom>
              <a:rect b="b" l="l" r="r" t="t"/>
              <a:pathLst>
                <a:path extrusionOk="0" h="110" w="72">
                  <a:moveTo>
                    <a:pt x="72" y="109"/>
                  </a:moveTo>
                  <a:cubicBezTo>
                    <a:pt x="8" y="110"/>
                    <a:pt x="8" y="110"/>
                    <a:pt x="8" y="1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4" y="0"/>
                    <a:pt x="55" y="16"/>
                  </a:cubicBezTo>
                  <a:cubicBezTo>
                    <a:pt x="64" y="27"/>
                    <a:pt x="72" y="109"/>
                    <a:pt x="72" y="109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 rot="1365846">
              <a:off x="1354793" y="2845601"/>
              <a:ext cx="1105472" cy="495913"/>
            </a:xfrm>
            <a:custGeom>
              <a:rect b="b" l="l" r="r" t="t"/>
              <a:pathLst>
                <a:path extrusionOk="0" h="122" w="272">
                  <a:moveTo>
                    <a:pt x="266" y="0"/>
                  </a:moveTo>
                  <a:cubicBezTo>
                    <a:pt x="272" y="98"/>
                    <a:pt x="272" y="98"/>
                    <a:pt x="272" y="98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8" y="122"/>
                    <a:pt x="0" y="40"/>
                    <a:pt x="10" y="31"/>
                  </a:cubicBezTo>
                  <a:cubicBezTo>
                    <a:pt x="19" y="23"/>
                    <a:pt x="266" y="0"/>
                    <a:pt x="266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 rot="1365846">
              <a:off x="1633316" y="2806621"/>
              <a:ext cx="44770" cy="439089"/>
            </a:xfrm>
            <a:custGeom>
              <a:rect b="b" l="l" r="r" t="t"/>
              <a:pathLst>
                <a:path extrusionOk="0" h="255" w="26">
                  <a:moveTo>
                    <a:pt x="0" y="5"/>
                  </a:moveTo>
                  <a:lnTo>
                    <a:pt x="12" y="246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 rot="1365846">
              <a:off x="1905653" y="2884191"/>
              <a:ext cx="39604" cy="435646"/>
            </a:xfrm>
            <a:custGeom>
              <a:rect b="b" l="l" r="r" t="t"/>
              <a:pathLst>
                <a:path extrusionOk="0" h="253" w="23">
                  <a:moveTo>
                    <a:pt x="0" y="5"/>
                  </a:moveTo>
                  <a:lnTo>
                    <a:pt x="7" y="246"/>
                  </a:lnTo>
                  <a:lnTo>
                    <a:pt x="23" y="253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 rot="1365846">
              <a:off x="2145420" y="2952419"/>
              <a:ext cx="44770" cy="439089"/>
            </a:xfrm>
            <a:custGeom>
              <a:rect b="b" l="l" r="r" t="t"/>
              <a:pathLst>
                <a:path extrusionOk="0" h="255" w="26">
                  <a:moveTo>
                    <a:pt x="0" y="4"/>
                  </a:moveTo>
                  <a:lnTo>
                    <a:pt x="9" y="248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 rot="1365846">
              <a:off x="1340987" y="3491177"/>
              <a:ext cx="490747" cy="490747"/>
            </a:xfrm>
            <a:custGeom>
              <a:rect b="b" l="l" r="r" t="t"/>
              <a:pathLst>
                <a:path extrusionOk="0" h="121" w="121">
                  <a:moveTo>
                    <a:pt x="106" y="33"/>
                  </a:moveTo>
                  <a:cubicBezTo>
                    <a:pt x="121" y="59"/>
                    <a:pt x="113" y="92"/>
                    <a:pt x="88" y="106"/>
                  </a:cubicBezTo>
                  <a:cubicBezTo>
                    <a:pt x="63" y="121"/>
                    <a:pt x="30" y="113"/>
                    <a:pt x="15" y="88"/>
                  </a:cubicBezTo>
                  <a:cubicBezTo>
                    <a:pt x="0" y="62"/>
                    <a:pt x="8" y="30"/>
                    <a:pt x="33" y="15"/>
                  </a:cubicBezTo>
                  <a:cubicBezTo>
                    <a:pt x="59" y="0"/>
                    <a:pt x="91" y="9"/>
                    <a:pt x="106" y="33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 rot="1365846">
              <a:off x="2467010" y="3902639"/>
              <a:ext cx="492469" cy="495913"/>
            </a:xfrm>
            <a:custGeom>
              <a:rect b="b" l="l" r="r" t="t"/>
              <a:pathLst>
                <a:path extrusionOk="0" h="122" w="121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 rot="1365846">
              <a:off x="1323823" y="3146519"/>
              <a:ext cx="256566" cy="30995"/>
            </a:xfrm>
            <a:custGeom>
              <a:rect b="b" l="l" r="r" t="t"/>
              <a:pathLst>
                <a:path extrusionOk="0" h="18" w="149">
                  <a:moveTo>
                    <a:pt x="3" y="18"/>
                  </a:moveTo>
                  <a:lnTo>
                    <a:pt x="149" y="9"/>
                  </a:lnTo>
                  <a:lnTo>
                    <a:pt x="144" y="0"/>
                  </a:lnTo>
                  <a:lnTo>
                    <a:pt x="0" y="11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 rot="1365846">
              <a:off x="1593426" y="3229062"/>
              <a:ext cx="261732" cy="32716"/>
            </a:xfrm>
            <a:custGeom>
              <a:rect b="b" l="l" r="r" t="t"/>
              <a:pathLst>
                <a:path extrusionOk="0" h="19" w="152">
                  <a:moveTo>
                    <a:pt x="5" y="19"/>
                  </a:moveTo>
                  <a:lnTo>
                    <a:pt x="152" y="9"/>
                  </a:lnTo>
                  <a:lnTo>
                    <a:pt x="149" y="0"/>
                  </a:lnTo>
                  <a:lnTo>
                    <a:pt x="0" y="12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 rot="1365846">
              <a:off x="1861591" y="3306798"/>
              <a:ext cx="239347" cy="27551"/>
            </a:xfrm>
            <a:custGeom>
              <a:rect b="b" l="l" r="r" t="t"/>
              <a:pathLst>
                <a:path extrusionOk="0" h="16" w="139">
                  <a:moveTo>
                    <a:pt x="5" y="16"/>
                  </a:moveTo>
                  <a:lnTo>
                    <a:pt x="139" y="9"/>
                  </a:lnTo>
                  <a:lnTo>
                    <a:pt x="137" y="0"/>
                  </a:lnTo>
                  <a:lnTo>
                    <a:pt x="0" y="9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6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 rot="1365846">
              <a:off x="2098754" y="3381077"/>
              <a:ext cx="268619" cy="36160"/>
            </a:xfrm>
            <a:custGeom>
              <a:rect b="b" l="l" r="r" t="t"/>
              <a:pathLst>
                <a:path extrusionOk="0" h="21" w="156">
                  <a:moveTo>
                    <a:pt x="5" y="21"/>
                  </a:moveTo>
                  <a:lnTo>
                    <a:pt x="156" y="12"/>
                  </a:lnTo>
                  <a:lnTo>
                    <a:pt x="154" y="0"/>
                  </a:lnTo>
                  <a:lnTo>
                    <a:pt x="0" y="14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 rot="1365846">
              <a:off x="2402558" y="3059277"/>
              <a:ext cx="29273" cy="402929"/>
            </a:xfrm>
            <a:custGeom>
              <a:rect b="b" l="l" r="r" t="t"/>
              <a:pathLst>
                <a:path extrusionOk="0" h="234" w="17">
                  <a:moveTo>
                    <a:pt x="17" y="229"/>
                  </a:moveTo>
                  <a:lnTo>
                    <a:pt x="9" y="0"/>
                  </a:lnTo>
                  <a:lnTo>
                    <a:pt x="0" y="2"/>
                  </a:lnTo>
                  <a:lnTo>
                    <a:pt x="9" y="234"/>
                  </a:lnTo>
                  <a:lnTo>
                    <a:pt x="17" y="229"/>
                  </a:lnTo>
                  <a:lnTo>
                    <a:pt x="17" y="229"/>
                  </a:lnTo>
                  <a:lnTo>
                    <a:pt x="17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 rot="1365846">
              <a:off x="2135619" y="2970393"/>
              <a:ext cx="32716" cy="402929"/>
            </a:xfrm>
            <a:custGeom>
              <a:rect b="b" l="l" r="r" t="t"/>
              <a:pathLst>
                <a:path extrusionOk="0" h="234" w="19">
                  <a:moveTo>
                    <a:pt x="19" y="229"/>
                  </a:moveTo>
                  <a:lnTo>
                    <a:pt x="12" y="0"/>
                  </a:lnTo>
                  <a:lnTo>
                    <a:pt x="0" y="2"/>
                  </a:lnTo>
                  <a:lnTo>
                    <a:pt x="12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 rot="1365846">
              <a:off x="1894474" y="2895346"/>
              <a:ext cx="32716" cy="402929"/>
            </a:xfrm>
            <a:custGeom>
              <a:rect b="b" l="l" r="r" t="t"/>
              <a:pathLst>
                <a:path extrusionOk="0" h="234" w="19">
                  <a:moveTo>
                    <a:pt x="19" y="231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11" y="234"/>
                  </a:lnTo>
                  <a:lnTo>
                    <a:pt x="19" y="231"/>
                  </a:lnTo>
                  <a:lnTo>
                    <a:pt x="19" y="231"/>
                  </a:lnTo>
                  <a:lnTo>
                    <a:pt x="19" y="23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 rot="1365846">
              <a:off x="1623005" y="2816911"/>
              <a:ext cx="32716" cy="402929"/>
            </a:xfrm>
            <a:custGeom>
              <a:rect b="b" l="l" r="r" t="t"/>
              <a:pathLst>
                <a:path extrusionOk="0" h="234" w="19">
                  <a:moveTo>
                    <a:pt x="19" y="229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 rot="1365846">
              <a:off x="2682438" y="3610644"/>
              <a:ext cx="275507" cy="36160"/>
            </a:xfrm>
            <a:custGeom>
              <a:rect b="b" l="l" r="r" t="t"/>
              <a:pathLst>
                <a:path extrusionOk="0" h="21" w="160">
                  <a:moveTo>
                    <a:pt x="4" y="21"/>
                  </a:moveTo>
                  <a:lnTo>
                    <a:pt x="160" y="9"/>
                  </a:lnTo>
                  <a:lnTo>
                    <a:pt x="153" y="0"/>
                  </a:lnTo>
                  <a:lnTo>
                    <a:pt x="0" y="1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 rot="1365846">
              <a:off x="1175948" y="3368306"/>
              <a:ext cx="1227728" cy="158417"/>
            </a:xfrm>
            <a:custGeom>
              <a:rect b="b" l="l" r="r" t="t"/>
              <a:pathLst>
                <a:path extrusionOk="0" h="92" w="713">
                  <a:moveTo>
                    <a:pt x="0" y="45"/>
                  </a:moveTo>
                  <a:lnTo>
                    <a:pt x="706" y="0"/>
                  </a:lnTo>
                  <a:lnTo>
                    <a:pt x="713" y="59"/>
                  </a:lnTo>
                  <a:lnTo>
                    <a:pt x="0" y="9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 rot="1365846">
              <a:off x="2531492" y="3820190"/>
              <a:ext cx="788639" cy="101593"/>
            </a:xfrm>
            <a:custGeom>
              <a:rect b="b" l="l" r="r" t="t"/>
              <a:pathLst>
                <a:path extrusionOk="0" h="59" w="458">
                  <a:moveTo>
                    <a:pt x="0" y="16"/>
                  </a:moveTo>
                  <a:lnTo>
                    <a:pt x="446" y="0"/>
                  </a:lnTo>
                  <a:lnTo>
                    <a:pt x="458" y="50"/>
                  </a:lnTo>
                  <a:lnTo>
                    <a:pt x="7" y="5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 rot="1365846">
              <a:off x="1180060" y="3406311"/>
              <a:ext cx="1212230" cy="77486"/>
            </a:xfrm>
            <a:custGeom>
              <a:rect b="b" l="l" r="r" t="t"/>
              <a:pathLst>
                <a:path extrusionOk="0" h="45" w="704">
                  <a:moveTo>
                    <a:pt x="0" y="38"/>
                  </a:moveTo>
                  <a:lnTo>
                    <a:pt x="704" y="0"/>
                  </a:lnTo>
                  <a:lnTo>
                    <a:pt x="704" y="12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 rot="1365846">
              <a:off x="1245915" y="2708421"/>
              <a:ext cx="726650" cy="874735"/>
            </a:xfrm>
            <a:custGeom>
              <a:rect b="b" l="l" r="r" t="t"/>
              <a:pathLst>
                <a:path extrusionOk="0" h="215" w="179">
                  <a:moveTo>
                    <a:pt x="12" y="215"/>
                  </a:moveTo>
                  <a:cubicBezTo>
                    <a:pt x="12" y="215"/>
                    <a:pt x="2" y="180"/>
                    <a:pt x="2" y="89"/>
                  </a:cubicBezTo>
                  <a:cubicBezTo>
                    <a:pt x="2" y="73"/>
                    <a:pt x="0" y="36"/>
                    <a:pt x="9" y="29"/>
                  </a:cubicBezTo>
                  <a:cubicBezTo>
                    <a:pt x="18" y="23"/>
                    <a:pt x="97" y="9"/>
                    <a:pt x="109" y="6"/>
                  </a:cubicBezTo>
                  <a:cubicBezTo>
                    <a:pt x="135" y="0"/>
                    <a:pt x="179" y="0"/>
                    <a:pt x="179" y="0"/>
                  </a:cubicBezTo>
                  <a:cubicBezTo>
                    <a:pt x="179" y="0"/>
                    <a:pt x="61" y="21"/>
                    <a:pt x="45" y="25"/>
                  </a:cubicBezTo>
                  <a:cubicBezTo>
                    <a:pt x="30" y="29"/>
                    <a:pt x="18" y="29"/>
                    <a:pt x="12" y="42"/>
                  </a:cubicBezTo>
                  <a:cubicBezTo>
                    <a:pt x="7" y="55"/>
                    <a:pt x="12" y="215"/>
                    <a:pt x="12" y="215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 rot="1365846">
              <a:off x="2533805" y="3855083"/>
              <a:ext cx="776585" cy="36160"/>
            </a:xfrm>
            <a:custGeom>
              <a:rect b="b" l="l" r="r" t="t"/>
              <a:pathLst>
                <a:path extrusionOk="0" h="21" w="451">
                  <a:moveTo>
                    <a:pt x="10" y="12"/>
                  </a:moveTo>
                  <a:lnTo>
                    <a:pt x="451" y="0"/>
                  </a:lnTo>
                  <a:lnTo>
                    <a:pt x="451" y="10"/>
                  </a:lnTo>
                  <a:lnTo>
                    <a:pt x="0" y="2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 rot="1365846">
              <a:off x="2354027" y="3084709"/>
              <a:ext cx="284117" cy="972884"/>
            </a:xfrm>
            <a:custGeom>
              <a:rect b="b" l="l" r="r" t="t"/>
              <a:pathLst>
                <a:path extrusionOk="0" h="565" w="165">
                  <a:moveTo>
                    <a:pt x="132" y="0"/>
                  </a:moveTo>
                  <a:lnTo>
                    <a:pt x="153" y="260"/>
                  </a:lnTo>
                  <a:lnTo>
                    <a:pt x="165" y="555"/>
                  </a:lnTo>
                  <a:lnTo>
                    <a:pt x="153" y="560"/>
                  </a:lnTo>
                  <a:lnTo>
                    <a:pt x="139" y="267"/>
                  </a:lnTo>
                  <a:lnTo>
                    <a:pt x="118" y="19"/>
                  </a:lnTo>
                  <a:lnTo>
                    <a:pt x="14" y="26"/>
                  </a:lnTo>
                  <a:lnTo>
                    <a:pt x="47" y="563"/>
                  </a:lnTo>
                  <a:lnTo>
                    <a:pt x="33" y="565"/>
                  </a:lnTo>
                  <a:lnTo>
                    <a:pt x="0" y="1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 rot="1365846">
              <a:off x="2896107" y="3733844"/>
              <a:ext cx="439089" cy="459752"/>
            </a:xfrm>
            <a:custGeom>
              <a:rect b="b" l="l" r="r" t="t"/>
              <a:pathLst>
                <a:path extrusionOk="0" h="113" w="108">
                  <a:moveTo>
                    <a:pt x="0" y="7"/>
                  </a:moveTo>
                  <a:cubicBezTo>
                    <a:pt x="10" y="2"/>
                    <a:pt x="41" y="0"/>
                    <a:pt x="59" y="4"/>
                  </a:cubicBezTo>
                  <a:cubicBezTo>
                    <a:pt x="77" y="7"/>
                    <a:pt x="88" y="5"/>
                    <a:pt x="98" y="45"/>
                  </a:cubicBezTo>
                  <a:cubicBezTo>
                    <a:pt x="107" y="84"/>
                    <a:pt x="108" y="113"/>
                    <a:pt x="103" y="112"/>
                  </a:cubicBezTo>
                  <a:cubicBezTo>
                    <a:pt x="99" y="90"/>
                    <a:pt x="96" y="38"/>
                    <a:pt x="80" y="18"/>
                  </a:cubicBezTo>
                  <a:cubicBezTo>
                    <a:pt x="70" y="6"/>
                    <a:pt x="27" y="6"/>
                    <a:pt x="0" y="7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 rot="1365846">
              <a:off x="3175493" y="3796907"/>
              <a:ext cx="154973" cy="146363"/>
            </a:xfrm>
            <a:custGeom>
              <a:rect b="b" l="l" r="r" t="t"/>
              <a:pathLst>
                <a:path extrusionOk="0" h="36" w="38">
                  <a:moveTo>
                    <a:pt x="3" y="0"/>
                  </a:moveTo>
                  <a:cubicBezTo>
                    <a:pt x="3" y="0"/>
                    <a:pt x="0" y="15"/>
                    <a:pt x="9" y="25"/>
                  </a:cubicBezTo>
                  <a:cubicBezTo>
                    <a:pt x="16" y="36"/>
                    <a:pt x="38" y="34"/>
                    <a:pt x="38" y="34"/>
                  </a:cubicBezTo>
                  <a:cubicBezTo>
                    <a:pt x="38" y="34"/>
                    <a:pt x="38" y="16"/>
                    <a:pt x="28" y="8"/>
                  </a:cubicBezTo>
                  <a:cubicBezTo>
                    <a:pt x="19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 rot="1365846">
              <a:off x="2587908" y="4022437"/>
              <a:ext cx="251352" cy="253109"/>
            </a:xfrm>
            <a:custGeom>
              <a:rect b="b" l="l" r="r" t="t"/>
              <a:pathLst>
                <a:path extrusionOk="0" h="122" w="121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 rot="1365846">
              <a:off x="1455283" y="3612501"/>
              <a:ext cx="251352" cy="253109"/>
            </a:xfrm>
            <a:custGeom>
              <a:rect b="b" l="l" r="r" t="t"/>
              <a:pathLst>
                <a:path extrusionOk="0" h="122" w="121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221" name="Google Shape;221;p2"/>
          <p:cNvGrpSpPr/>
          <p:nvPr/>
        </p:nvGrpSpPr>
        <p:grpSpPr>
          <a:xfrm>
            <a:off x="9167354" y="4138360"/>
            <a:ext cx="3023057" cy="2719639"/>
            <a:chOff x="2887" y="1286"/>
            <a:chExt cx="1903" cy="1712"/>
          </a:xfrm>
        </p:grpSpPr>
        <p:sp>
          <p:nvSpPr>
            <p:cNvPr id="222" name="Google Shape;222;p2"/>
            <p:cNvSpPr/>
            <p:nvPr/>
          </p:nvSpPr>
          <p:spPr>
            <a:xfrm>
              <a:off x="4743" y="2342"/>
              <a:ext cx="47" cy="38"/>
            </a:xfrm>
            <a:custGeom>
              <a:rect b="b" l="l" r="r" t="t"/>
              <a:pathLst>
                <a:path extrusionOk="0" h="16" w="20">
                  <a:moveTo>
                    <a:pt x="4" y="16"/>
                  </a:moveTo>
                  <a:cubicBezTo>
                    <a:pt x="10" y="13"/>
                    <a:pt x="15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3"/>
                    <a:pt x="8" y="6"/>
                    <a:pt x="0" y="10"/>
                  </a:cubicBezTo>
                  <a:cubicBezTo>
                    <a:pt x="0" y="10"/>
                    <a:pt x="0" y="10"/>
                    <a:pt x="4" y="16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3357" y="1532"/>
              <a:ext cx="668" cy="831"/>
            </a:xfrm>
            <a:custGeom>
              <a:rect b="b" l="l" r="r" t="t"/>
              <a:pathLst>
                <a:path extrusionOk="0" h="352" w="283">
                  <a:moveTo>
                    <a:pt x="218" y="19"/>
                  </a:moveTo>
                  <a:cubicBezTo>
                    <a:pt x="218" y="19"/>
                    <a:pt x="157" y="0"/>
                    <a:pt x="164" y="53"/>
                  </a:cubicBezTo>
                  <a:cubicBezTo>
                    <a:pt x="166" y="68"/>
                    <a:pt x="54" y="66"/>
                    <a:pt x="20" y="142"/>
                  </a:cubicBezTo>
                  <a:cubicBezTo>
                    <a:pt x="20" y="142"/>
                    <a:pt x="0" y="221"/>
                    <a:pt x="20" y="266"/>
                  </a:cubicBezTo>
                  <a:cubicBezTo>
                    <a:pt x="41" y="312"/>
                    <a:pt x="92" y="321"/>
                    <a:pt x="92" y="321"/>
                  </a:cubicBezTo>
                  <a:cubicBezTo>
                    <a:pt x="132" y="328"/>
                    <a:pt x="132" y="328"/>
                    <a:pt x="132" y="328"/>
                  </a:cubicBezTo>
                  <a:cubicBezTo>
                    <a:pt x="132" y="328"/>
                    <a:pt x="132" y="344"/>
                    <a:pt x="174" y="344"/>
                  </a:cubicBezTo>
                  <a:cubicBezTo>
                    <a:pt x="217" y="344"/>
                    <a:pt x="254" y="352"/>
                    <a:pt x="261" y="340"/>
                  </a:cubicBezTo>
                  <a:cubicBezTo>
                    <a:pt x="269" y="329"/>
                    <a:pt x="283" y="158"/>
                    <a:pt x="280" y="140"/>
                  </a:cubicBezTo>
                  <a:cubicBezTo>
                    <a:pt x="273" y="77"/>
                    <a:pt x="218" y="19"/>
                    <a:pt x="218" y="1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673" y="1612"/>
              <a:ext cx="274" cy="199"/>
            </a:xfrm>
            <a:custGeom>
              <a:rect b="b" l="l" r="r" t="t"/>
              <a:pathLst>
                <a:path extrusionOk="0" h="84" w="116">
                  <a:moveTo>
                    <a:pt x="82" y="28"/>
                  </a:moveTo>
                  <a:cubicBezTo>
                    <a:pt x="81" y="16"/>
                    <a:pt x="73" y="2"/>
                    <a:pt x="73" y="2"/>
                  </a:cubicBezTo>
                  <a:cubicBezTo>
                    <a:pt x="73" y="2"/>
                    <a:pt x="73" y="2"/>
                    <a:pt x="40" y="0"/>
                  </a:cubicBezTo>
                  <a:cubicBezTo>
                    <a:pt x="40" y="0"/>
                    <a:pt x="40" y="0"/>
                    <a:pt x="47" y="16"/>
                  </a:cubicBezTo>
                  <a:cubicBezTo>
                    <a:pt x="47" y="16"/>
                    <a:pt x="47" y="34"/>
                    <a:pt x="29" y="40"/>
                  </a:cubicBezTo>
                  <a:cubicBezTo>
                    <a:pt x="10" y="45"/>
                    <a:pt x="0" y="64"/>
                    <a:pt x="0" y="64"/>
                  </a:cubicBezTo>
                  <a:cubicBezTo>
                    <a:pt x="103" y="84"/>
                    <a:pt x="103" y="84"/>
                    <a:pt x="103" y="84"/>
                  </a:cubicBezTo>
                  <a:cubicBezTo>
                    <a:pt x="103" y="84"/>
                    <a:pt x="116" y="81"/>
                    <a:pt x="107" y="63"/>
                  </a:cubicBezTo>
                  <a:cubicBezTo>
                    <a:pt x="97" y="38"/>
                    <a:pt x="90" y="36"/>
                    <a:pt x="82" y="28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435" y="1709"/>
              <a:ext cx="675" cy="590"/>
            </a:xfrm>
            <a:custGeom>
              <a:rect b="b" l="l" r="r" t="t"/>
              <a:pathLst>
                <a:path extrusionOk="0" h="250" w="286">
                  <a:moveTo>
                    <a:pt x="203" y="33"/>
                  </a:moveTo>
                  <a:cubicBezTo>
                    <a:pt x="180" y="3"/>
                    <a:pt x="144" y="8"/>
                    <a:pt x="113" y="21"/>
                  </a:cubicBezTo>
                  <a:cubicBezTo>
                    <a:pt x="81" y="0"/>
                    <a:pt x="9" y="49"/>
                    <a:pt x="4" y="110"/>
                  </a:cubicBezTo>
                  <a:cubicBezTo>
                    <a:pt x="0" y="162"/>
                    <a:pt x="5" y="221"/>
                    <a:pt x="73" y="229"/>
                  </a:cubicBezTo>
                  <a:cubicBezTo>
                    <a:pt x="103" y="250"/>
                    <a:pt x="158" y="250"/>
                    <a:pt x="181" y="233"/>
                  </a:cubicBezTo>
                  <a:cubicBezTo>
                    <a:pt x="286" y="238"/>
                    <a:pt x="283" y="39"/>
                    <a:pt x="203" y="33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3425" y="1752"/>
              <a:ext cx="208" cy="491"/>
            </a:xfrm>
            <a:custGeom>
              <a:rect b="b" l="l" r="r" t="t"/>
              <a:pathLst>
                <a:path extrusionOk="0" h="208" w="88">
                  <a:moveTo>
                    <a:pt x="52" y="25"/>
                  </a:moveTo>
                  <a:cubicBezTo>
                    <a:pt x="72" y="5"/>
                    <a:pt x="88" y="0"/>
                    <a:pt x="88" y="0"/>
                  </a:cubicBezTo>
                  <a:cubicBezTo>
                    <a:pt x="88" y="0"/>
                    <a:pt x="17" y="20"/>
                    <a:pt x="8" y="71"/>
                  </a:cubicBezTo>
                  <a:cubicBezTo>
                    <a:pt x="0" y="122"/>
                    <a:pt x="3" y="166"/>
                    <a:pt x="17" y="187"/>
                  </a:cubicBezTo>
                  <a:cubicBezTo>
                    <a:pt x="32" y="208"/>
                    <a:pt x="57" y="203"/>
                    <a:pt x="57" y="203"/>
                  </a:cubicBezTo>
                  <a:cubicBezTo>
                    <a:pt x="61" y="191"/>
                    <a:pt x="61" y="191"/>
                    <a:pt x="61" y="191"/>
                  </a:cubicBezTo>
                  <a:cubicBezTo>
                    <a:pt x="61" y="191"/>
                    <a:pt x="19" y="194"/>
                    <a:pt x="17" y="124"/>
                  </a:cubicBezTo>
                  <a:cubicBezTo>
                    <a:pt x="16" y="53"/>
                    <a:pt x="33" y="44"/>
                    <a:pt x="52" y="25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3626" y="1804"/>
              <a:ext cx="83" cy="415"/>
            </a:xfrm>
            <a:custGeom>
              <a:rect b="b" l="l" r="r" t="t"/>
              <a:pathLst>
                <a:path extrusionOk="0" h="176" w="35">
                  <a:moveTo>
                    <a:pt x="35" y="0"/>
                  </a:moveTo>
                  <a:cubicBezTo>
                    <a:pt x="16" y="13"/>
                    <a:pt x="4" y="41"/>
                    <a:pt x="1" y="77"/>
                  </a:cubicBezTo>
                  <a:cubicBezTo>
                    <a:pt x="0" y="112"/>
                    <a:pt x="9" y="176"/>
                    <a:pt x="9" y="176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1" y="173"/>
                    <a:pt x="16" y="114"/>
                    <a:pt x="17" y="84"/>
                  </a:cubicBezTo>
                  <a:cubicBezTo>
                    <a:pt x="19" y="54"/>
                    <a:pt x="21" y="30"/>
                    <a:pt x="35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3846" y="1286"/>
              <a:ext cx="942" cy="1174"/>
            </a:xfrm>
            <a:custGeom>
              <a:rect b="b" l="l" r="r" t="t"/>
              <a:pathLst>
                <a:path extrusionOk="0" h="497" w="399">
                  <a:moveTo>
                    <a:pt x="342" y="106"/>
                  </a:moveTo>
                  <a:cubicBezTo>
                    <a:pt x="297" y="40"/>
                    <a:pt x="270" y="23"/>
                    <a:pt x="270" y="23"/>
                  </a:cubicBezTo>
                  <a:cubicBezTo>
                    <a:pt x="213" y="0"/>
                    <a:pt x="185" y="56"/>
                    <a:pt x="185" y="56"/>
                  </a:cubicBezTo>
                  <a:cubicBezTo>
                    <a:pt x="185" y="56"/>
                    <a:pt x="131" y="93"/>
                    <a:pt x="102" y="97"/>
                  </a:cubicBezTo>
                  <a:cubicBezTo>
                    <a:pt x="43" y="106"/>
                    <a:pt x="0" y="258"/>
                    <a:pt x="0" y="303"/>
                  </a:cubicBezTo>
                  <a:cubicBezTo>
                    <a:pt x="0" y="348"/>
                    <a:pt x="19" y="396"/>
                    <a:pt x="38" y="421"/>
                  </a:cubicBezTo>
                  <a:cubicBezTo>
                    <a:pt x="56" y="445"/>
                    <a:pt x="97" y="456"/>
                    <a:pt x="120" y="459"/>
                  </a:cubicBezTo>
                  <a:cubicBezTo>
                    <a:pt x="142" y="479"/>
                    <a:pt x="155" y="487"/>
                    <a:pt x="210" y="492"/>
                  </a:cubicBezTo>
                  <a:cubicBezTo>
                    <a:pt x="264" y="497"/>
                    <a:pt x="307" y="473"/>
                    <a:pt x="307" y="473"/>
                  </a:cubicBezTo>
                  <a:cubicBezTo>
                    <a:pt x="307" y="473"/>
                    <a:pt x="333" y="483"/>
                    <a:pt x="360" y="477"/>
                  </a:cubicBezTo>
                  <a:cubicBezTo>
                    <a:pt x="374" y="474"/>
                    <a:pt x="389" y="445"/>
                    <a:pt x="399" y="418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61" y="100"/>
                    <a:pt x="342" y="106"/>
                    <a:pt x="342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3890" y="1492"/>
              <a:ext cx="898" cy="978"/>
            </a:xfrm>
            <a:custGeom>
              <a:rect b="b" l="l" r="r" t="t"/>
              <a:pathLst>
                <a:path extrusionOk="0" h="414" w="380">
                  <a:moveTo>
                    <a:pt x="272" y="35"/>
                  </a:moveTo>
                  <a:cubicBezTo>
                    <a:pt x="243" y="3"/>
                    <a:pt x="170" y="0"/>
                    <a:pt x="141" y="32"/>
                  </a:cubicBezTo>
                  <a:cubicBezTo>
                    <a:pt x="77" y="10"/>
                    <a:pt x="16" y="99"/>
                    <a:pt x="8" y="204"/>
                  </a:cubicBezTo>
                  <a:cubicBezTo>
                    <a:pt x="0" y="290"/>
                    <a:pt x="32" y="352"/>
                    <a:pt x="106" y="355"/>
                  </a:cubicBezTo>
                  <a:cubicBezTo>
                    <a:pt x="131" y="390"/>
                    <a:pt x="255" y="414"/>
                    <a:pt x="287" y="362"/>
                  </a:cubicBezTo>
                  <a:cubicBezTo>
                    <a:pt x="328" y="375"/>
                    <a:pt x="376" y="352"/>
                    <a:pt x="380" y="287"/>
                  </a:cubicBezTo>
                  <a:cubicBezTo>
                    <a:pt x="380" y="99"/>
                    <a:pt x="380" y="99"/>
                    <a:pt x="380" y="99"/>
                  </a:cubicBezTo>
                  <a:cubicBezTo>
                    <a:pt x="362" y="56"/>
                    <a:pt x="327" y="27"/>
                    <a:pt x="272" y="35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3902" y="1567"/>
              <a:ext cx="324" cy="754"/>
            </a:xfrm>
            <a:custGeom>
              <a:rect b="b" l="l" r="r" t="t"/>
              <a:pathLst>
                <a:path extrusionOk="0" h="319" w="137">
                  <a:moveTo>
                    <a:pt x="60" y="36"/>
                  </a:moveTo>
                  <a:cubicBezTo>
                    <a:pt x="27" y="80"/>
                    <a:pt x="0" y="151"/>
                    <a:pt x="11" y="229"/>
                  </a:cubicBezTo>
                  <a:cubicBezTo>
                    <a:pt x="19" y="281"/>
                    <a:pt x="48" y="316"/>
                    <a:pt x="76" y="318"/>
                  </a:cubicBezTo>
                  <a:cubicBezTo>
                    <a:pt x="81" y="319"/>
                    <a:pt x="96" y="317"/>
                    <a:pt x="96" y="317"/>
                  </a:cubicBezTo>
                  <a:cubicBezTo>
                    <a:pt x="96" y="317"/>
                    <a:pt x="8" y="294"/>
                    <a:pt x="22" y="171"/>
                  </a:cubicBezTo>
                  <a:cubicBezTo>
                    <a:pt x="34" y="69"/>
                    <a:pt x="76" y="30"/>
                    <a:pt x="96" y="20"/>
                  </a:cubicBezTo>
                  <a:cubicBezTo>
                    <a:pt x="117" y="10"/>
                    <a:pt x="137" y="0"/>
                    <a:pt x="137" y="0"/>
                  </a:cubicBezTo>
                  <a:cubicBezTo>
                    <a:pt x="137" y="0"/>
                    <a:pt x="85" y="3"/>
                    <a:pt x="60" y="3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070" y="1645"/>
              <a:ext cx="203" cy="657"/>
            </a:xfrm>
            <a:custGeom>
              <a:rect b="b" l="l" r="r" t="t"/>
              <a:pathLst>
                <a:path extrusionOk="0" h="278" w="86">
                  <a:moveTo>
                    <a:pt x="14" y="96"/>
                  </a:moveTo>
                  <a:cubicBezTo>
                    <a:pt x="0" y="166"/>
                    <a:pt x="6" y="222"/>
                    <a:pt x="20" y="254"/>
                  </a:cubicBezTo>
                  <a:cubicBezTo>
                    <a:pt x="29" y="276"/>
                    <a:pt x="42" y="278"/>
                    <a:pt x="42" y="278"/>
                  </a:cubicBezTo>
                  <a:cubicBezTo>
                    <a:pt x="42" y="278"/>
                    <a:pt x="15" y="228"/>
                    <a:pt x="23" y="109"/>
                  </a:cubicBezTo>
                  <a:cubicBezTo>
                    <a:pt x="28" y="36"/>
                    <a:pt x="86" y="0"/>
                    <a:pt x="86" y="0"/>
                  </a:cubicBezTo>
                  <a:cubicBezTo>
                    <a:pt x="86" y="0"/>
                    <a:pt x="31" y="3"/>
                    <a:pt x="14" y="9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33" y="1650"/>
              <a:ext cx="132" cy="692"/>
            </a:xfrm>
            <a:custGeom>
              <a:rect b="b" l="l" r="r" t="t"/>
              <a:pathLst>
                <a:path extrusionOk="0" h="293" w="56">
                  <a:moveTo>
                    <a:pt x="13" y="0"/>
                  </a:moveTo>
                  <a:cubicBezTo>
                    <a:pt x="13" y="0"/>
                    <a:pt x="40" y="29"/>
                    <a:pt x="42" y="93"/>
                  </a:cubicBezTo>
                  <a:cubicBezTo>
                    <a:pt x="47" y="174"/>
                    <a:pt x="0" y="293"/>
                    <a:pt x="0" y="293"/>
                  </a:cubicBezTo>
                  <a:cubicBezTo>
                    <a:pt x="0" y="293"/>
                    <a:pt x="9" y="287"/>
                    <a:pt x="14" y="287"/>
                  </a:cubicBezTo>
                  <a:cubicBezTo>
                    <a:pt x="41" y="250"/>
                    <a:pt x="56" y="167"/>
                    <a:pt x="56" y="90"/>
                  </a:cubicBezTo>
                  <a:cubicBezTo>
                    <a:pt x="56" y="13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228" y="1388"/>
              <a:ext cx="359" cy="229"/>
            </a:xfrm>
            <a:custGeom>
              <a:rect b="b" l="l" r="r" t="t"/>
              <a:pathLst>
                <a:path extrusionOk="0" h="97" w="152">
                  <a:moveTo>
                    <a:pt x="89" y="0"/>
                  </a:moveTo>
                  <a:cubicBezTo>
                    <a:pt x="89" y="0"/>
                    <a:pt x="89" y="0"/>
                    <a:pt x="64" y="0"/>
                  </a:cubicBezTo>
                  <a:cubicBezTo>
                    <a:pt x="64" y="0"/>
                    <a:pt x="64" y="0"/>
                    <a:pt x="66" y="25"/>
                  </a:cubicBezTo>
                  <a:cubicBezTo>
                    <a:pt x="66" y="25"/>
                    <a:pt x="56" y="32"/>
                    <a:pt x="29" y="42"/>
                  </a:cubicBezTo>
                  <a:cubicBezTo>
                    <a:pt x="2" y="52"/>
                    <a:pt x="0" y="78"/>
                    <a:pt x="0" y="78"/>
                  </a:cubicBezTo>
                  <a:cubicBezTo>
                    <a:pt x="53" y="96"/>
                    <a:pt x="148" y="97"/>
                    <a:pt x="149" y="75"/>
                  </a:cubicBezTo>
                  <a:cubicBezTo>
                    <a:pt x="152" y="54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309" y="1388"/>
              <a:ext cx="304" cy="255"/>
            </a:xfrm>
            <a:custGeom>
              <a:rect b="b" l="l" r="r" t="t"/>
              <a:pathLst>
                <a:path extrusionOk="0" h="108" w="129">
                  <a:moveTo>
                    <a:pt x="55" y="0"/>
                  </a:moveTo>
                  <a:cubicBezTo>
                    <a:pt x="55" y="0"/>
                    <a:pt x="86" y="35"/>
                    <a:pt x="87" y="46"/>
                  </a:cubicBezTo>
                  <a:cubicBezTo>
                    <a:pt x="89" y="58"/>
                    <a:pt x="89" y="79"/>
                    <a:pt x="83" y="83"/>
                  </a:cubicBezTo>
                  <a:cubicBezTo>
                    <a:pt x="58" y="99"/>
                    <a:pt x="11" y="86"/>
                    <a:pt x="0" y="86"/>
                  </a:cubicBezTo>
                  <a:cubicBezTo>
                    <a:pt x="23" y="100"/>
                    <a:pt x="63" y="108"/>
                    <a:pt x="101" y="96"/>
                  </a:cubicBezTo>
                  <a:cubicBezTo>
                    <a:pt x="129" y="86"/>
                    <a:pt x="116" y="65"/>
                    <a:pt x="105" y="45"/>
                  </a:cubicBezTo>
                  <a:cubicBezTo>
                    <a:pt x="92" y="1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887" y="1740"/>
              <a:ext cx="1901" cy="1258"/>
            </a:xfrm>
            <a:custGeom>
              <a:rect b="b" l="l" r="r" t="t"/>
              <a:pathLst>
                <a:path extrusionOk="0" h="533" w="805">
                  <a:moveTo>
                    <a:pt x="805" y="216"/>
                  </a:moveTo>
                  <a:cubicBezTo>
                    <a:pt x="790" y="213"/>
                    <a:pt x="775" y="212"/>
                    <a:pt x="761" y="213"/>
                  </a:cubicBezTo>
                  <a:cubicBezTo>
                    <a:pt x="736" y="168"/>
                    <a:pt x="661" y="120"/>
                    <a:pt x="591" y="130"/>
                  </a:cubicBezTo>
                  <a:cubicBezTo>
                    <a:pt x="591" y="74"/>
                    <a:pt x="572" y="31"/>
                    <a:pt x="550" y="9"/>
                  </a:cubicBezTo>
                  <a:cubicBezTo>
                    <a:pt x="522" y="0"/>
                    <a:pt x="465" y="25"/>
                    <a:pt x="445" y="41"/>
                  </a:cubicBezTo>
                  <a:cubicBezTo>
                    <a:pt x="460" y="66"/>
                    <a:pt x="464" y="99"/>
                    <a:pt x="460" y="118"/>
                  </a:cubicBezTo>
                  <a:cubicBezTo>
                    <a:pt x="460" y="118"/>
                    <a:pt x="387" y="112"/>
                    <a:pt x="340" y="132"/>
                  </a:cubicBezTo>
                  <a:cubicBezTo>
                    <a:pt x="296" y="150"/>
                    <a:pt x="280" y="169"/>
                    <a:pt x="280" y="169"/>
                  </a:cubicBezTo>
                  <a:cubicBezTo>
                    <a:pt x="280" y="169"/>
                    <a:pt x="194" y="180"/>
                    <a:pt x="159" y="200"/>
                  </a:cubicBezTo>
                  <a:cubicBezTo>
                    <a:pt x="112" y="226"/>
                    <a:pt x="15" y="309"/>
                    <a:pt x="3" y="446"/>
                  </a:cubicBezTo>
                  <a:cubicBezTo>
                    <a:pt x="1" y="478"/>
                    <a:pt x="0" y="507"/>
                    <a:pt x="0" y="533"/>
                  </a:cubicBezTo>
                  <a:cubicBezTo>
                    <a:pt x="805" y="533"/>
                    <a:pt x="805" y="533"/>
                    <a:pt x="805" y="533"/>
                  </a:cubicBezTo>
                  <a:cubicBezTo>
                    <a:pt x="805" y="216"/>
                    <a:pt x="805" y="216"/>
                    <a:pt x="805" y="216"/>
                  </a:cubicBezTo>
                  <a:cubicBezTo>
                    <a:pt x="805" y="216"/>
                    <a:pt x="805" y="216"/>
                    <a:pt x="805" y="21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2894" y="2070"/>
              <a:ext cx="1894" cy="928"/>
            </a:xfrm>
            <a:custGeom>
              <a:rect b="b" l="l" r="r" t="t"/>
              <a:pathLst>
                <a:path extrusionOk="0" h="393" w="802">
                  <a:moveTo>
                    <a:pt x="802" y="114"/>
                  </a:moveTo>
                  <a:cubicBezTo>
                    <a:pt x="782" y="106"/>
                    <a:pt x="759" y="101"/>
                    <a:pt x="736" y="101"/>
                  </a:cubicBezTo>
                  <a:cubicBezTo>
                    <a:pt x="658" y="0"/>
                    <a:pt x="494" y="8"/>
                    <a:pt x="388" y="31"/>
                  </a:cubicBezTo>
                  <a:cubicBezTo>
                    <a:pt x="287" y="55"/>
                    <a:pt x="253" y="55"/>
                    <a:pt x="253" y="55"/>
                  </a:cubicBezTo>
                  <a:cubicBezTo>
                    <a:pt x="151" y="52"/>
                    <a:pt x="0" y="179"/>
                    <a:pt x="23" y="393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02" y="114"/>
                    <a:pt x="802" y="114"/>
                    <a:pt x="802" y="114"/>
                  </a:cubicBezTo>
                  <a:cubicBezTo>
                    <a:pt x="802" y="114"/>
                    <a:pt x="802" y="114"/>
                    <a:pt x="802" y="114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586" y="1792"/>
              <a:ext cx="1060" cy="588"/>
            </a:xfrm>
            <a:custGeom>
              <a:rect b="b" l="l" r="r" t="t"/>
              <a:pathLst>
                <a:path extrusionOk="0" h="249" w="449">
                  <a:moveTo>
                    <a:pt x="364" y="146"/>
                  </a:moveTo>
                  <a:cubicBezTo>
                    <a:pt x="316" y="125"/>
                    <a:pt x="272" y="130"/>
                    <a:pt x="272" y="130"/>
                  </a:cubicBezTo>
                  <a:cubicBezTo>
                    <a:pt x="272" y="130"/>
                    <a:pt x="281" y="56"/>
                    <a:pt x="245" y="6"/>
                  </a:cubicBezTo>
                  <a:cubicBezTo>
                    <a:pt x="202" y="0"/>
                    <a:pt x="177" y="27"/>
                    <a:pt x="177" y="27"/>
                  </a:cubicBezTo>
                  <a:cubicBezTo>
                    <a:pt x="177" y="27"/>
                    <a:pt x="204" y="111"/>
                    <a:pt x="189" y="128"/>
                  </a:cubicBezTo>
                  <a:cubicBezTo>
                    <a:pt x="153" y="128"/>
                    <a:pt x="75" y="104"/>
                    <a:pt x="0" y="186"/>
                  </a:cubicBezTo>
                  <a:cubicBezTo>
                    <a:pt x="0" y="186"/>
                    <a:pt x="69" y="160"/>
                    <a:pt x="101" y="165"/>
                  </a:cubicBezTo>
                  <a:cubicBezTo>
                    <a:pt x="60" y="189"/>
                    <a:pt x="60" y="222"/>
                    <a:pt x="60" y="222"/>
                  </a:cubicBezTo>
                  <a:cubicBezTo>
                    <a:pt x="60" y="222"/>
                    <a:pt x="136" y="191"/>
                    <a:pt x="195" y="189"/>
                  </a:cubicBezTo>
                  <a:cubicBezTo>
                    <a:pt x="247" y="198"/>
                    <a:pt x="327" y="249"/>
                    <a:pt x="327" y="249"/>
                  </a:cubicBezTo>
                  <a:cubicBezTo>
                    <a:pt x="327" y="249"/>
                    <a:pt x="340" y="221"/>
                    <a:pt x="331" y="178"/>
                  </a:cubicBezTo>
                  <a:cubicBezTo>
                    <a:pt x="371" y="186"/>
                    <a:pt x="449" y="221"/>
                    <a:pt x="449" y="221"/>
                  </a:cubicBezTo>
                  <a:cubicBezTo>
                    <a:pt x="449" y="221"/>
                    <a:pt x="428" y="174"/>
                    <a:pt x="364" y="146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2981" y="2238"/>
              <a:ext cx="506" cy="760"/>
            </a:xfrm>
            <a:custGeom>
              <a:rect b="b" l="l" r="r" t="t"/>
              <a:pathLst>
                <a:path extrusionOk="0" h="322" w="214">
                  <a:moveTo>
                    <a:pt x="45" y="161"/>
                  </a:moveTo>
                  <a:cubicBezTo>
                    <a:pt x="98" y="14"/>
                    <a:pt x="166" y="30"/>
                    <a:pt x="214" y="17"/>
                  </a:cubicBezTo>
                  <a:cubicBezTo>
                    <a:pt x="174" y="0"/>
                    <a:pt x="110" y="25"/>
                    <a:pt x="72" y="75"/>
                  </a:cubicBezTo>
                  <a:cubicBezTo>
                    <a:pt x="34" y="126"/>
                    <a:pt x="0" y="219"/>
                    <a:pt x="0" y="291"/>
                  </a:cubicBezTo>
                  <a:cubicBezTo>
                    <a:pt x="0" y="303"/>
                    <a:pt x="0" y="313"/>
                    <a:pt x="0" y="322"/>
                  </a:cubicBezTo>
                  <a:cubicBezTo>
                    <a:pt x="21" y="322"/>
                    <a:pt x="21" y="322"/>
                    <a:pt x="21" y="322"/>
                  </a:cubicBezTo>
                  <a:cubicBezTo>
                    <a:pt x="19" y="278"/>
                    <a:pt x="24" y="222"/>
                    <a:pt x="45" y="161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4167" y="1808"/>
              <a:ext cx="92" cy="331"/>
            </a:xfrm>
            <a:custGeom>
              <a:rect b="b" l="l" r="r" t="t"/>
              <a:pathLst>
                <a:path extrusionOk="0" h="140" w="39">
                  <a:moveTo>
                    <a:pt x="0" y="0"/>
                  </a:moveTo>
                  <a:cubicBezTo>
                    <a:pt x="0" y="0"/>
                    <a:pt x="21" y="43"/>
                    <a:pt x="24" y="75"/>
                  </a:cubicBezTo>
                  <a:cubicBezTo>
                    <a:pt x="26" y="94"/>
                    <a:pt x="25" y="140"/>
                    <a:pt x="25" y="140"/>
                  </a:cubicBezTo>
                  <a:cubicBezTo>
                    <a:pt x="25" y="140"/>
                    <a:pt x="39" y="123"/>
                    <a:pt x="32" y="73"/>
                  </a:cubicBezTo>
                  <a:cubicBezTo>
                    <a:pt x="2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3586" y="2068"/>
              <a:ext cx="453" cy="149"/>
            </a:xfrm>
            <a:custGeom>
              <a:rect b="b" l="l" r="r" t="t"/>
              <a:pathLst>
                <a:path extrusionOk="0" h="63" w="192">
                  <a:moveTo>
                    <a:pt x="119" y="1"/>
                  </a:moveTo>
                  <a:cubicBezTo>
                    <a:pt x="89" y="3"/>
                    <a:pt x="22" y="26"/>
                    <a:pt x="0" y="63"/>
                  </a:cubicBezTo>
                  <a:cubicBezTo>
                    <a:pt x="48" y="31"/>
                    <a:pt x="81" y="15"/>
                    <a:pt x="105" y="11"/>
                  </a:cubicBezTo>
                  <a:cubicBezTo>
                    <a:pt x="124" y="8"/>
                    <a:pt x="124" y="11"/>
                    <a:pt x="192" y="12"/>
                  </a:cubicBezTo>
                  <a:cubicBezTo>
                    <a:pt x="192" y="12"/>
                    <a:pt x="168" y="0"/>
                    <a:pt x="119" y="1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640" y="2408"/>
              <a:ext cx="258" cy="590"/>
            </a:xfrm>
            <a:custGeom>
              <a:rect b="b" l="l" r="r" t="t"/>
              <a:pathLst>
                <a:path extrusionOk="0" h="250" w="109">
                  <a:moveTo>
                    <a:pt x="46" y="117"/>
                  </a:moveTo>
                  <a:cubicBezTo>
                    <a:pt x="56" y="75"/>
                    <a:pt x="109" y="0"/>
                    <a:pt x="109" y="0"/>
                  </a:cubicBezTo>
                  <a:cubicBezTo>
                    <a:pt x="109" y="0"/>
                    <a:pt x="43" y="32"/>
                    <a:pt x="25" y="64"/>
                  </a:cubicBezTo>
                  <a:cubicBezTo>
                    <a:pt x="9" y="97"/>
                    <a:pt x="0" y="214"/>
                    <a:pt x="0" y="219"/>
                  </a:cubicBezTo>
                  <a:cubicBezTo>
                    <a:pt x="0" y="222"/>
                    <a:pt x="0" y="235"/>
                    <a:pt x="1" y="250"/>
                  </a:cubicBezTo>
                  <a:cubicBezTo>
                    <a:pt x="40" y="250"/>
                    <a:pt x="40" y="250"/>
                    <a:pt x="40" y="250"/>
                  </a:cubicBezTo>
                  <a:cubicBezTo>
                    <a:pt x="37" y="212"/>
                    <a:pt x="37" y="161"/>
                    <a:pt x="46" y="1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605" y="2392"/>
              <a:ext cx="323" cy="606"/>
            </a:xfrm>
            <a:custGeom>
              <a:rect b="b" l="l" r="r" t="t"/>
              <a:pathLst>
                <a:path extrusionOk="0" h="257" w="137">
                  <a:moveTo>
                    <a:pt x="31" y="128"/>
                  </a:moveTo>
                  <a:cubicBezTo>
                    <a:pt x="50" y="44"/>
                    <a:pt x="137" y="0"/>
                    <a:pt x="137" y="0"/>
                  </a:cubicBezTo>
                  <a:cubicBezTo>
                    <a:pt x="137" y="0"/>
                    <a:pt x="39" y="13"/>
                    <a:pt x="11" y="131"/>
                  </a:cubicBezTo>
                  <a:cubicBezTo>
                    <a:pt x="0" y="178"/>
                    <a:pt x="1" y="221"/>
                    <a:pt x="5" y="257"/>
                  </a:cubicBezTo>
                  <a:cubicBezTo>
                    <a:pt x="23" y="257"/>
                    <a:pt x="23" y="257"/>
                    <a:pt x="23" y="257"/>
                  </a:cubicBezTo>
                  <a:cubicBezTo>
                    <a:pt x="22" y="214"/>
                    <a:pt x="23" y="165"/>
                    <a:pt x="31" y="12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4540" y="2444"/>
              <a:ext cx="248" cy="554"/>
            </a:xfrm>
            <a:custGeom>
              <a:rect b="b" l="l" r="r" t="t"/>
              <a:pathLst>
                <a:path extrusionOk="0" h="235" w="105">
                  <a:moveTo>
                    <a:pt x="105" y="173"/>
                  </a:moveTo>
                  <a:cubicBezTo>
                    <a:pt x="101" y="135"/>
                    <a:pt x="93" y="84"/>
                    <a:pt x="83" y="64"/>
                  </a:cubicBezTo>
                  <a:cubicBezTo>
                    <a:pt x="66" y="32"/>
                    <a:pt x="0" y="0"/>
                    <a:pt x="0" y="0"/>
                  </a:cubicBezTo>
                  <a:cubicBezTo>
                    <a:pt x="0" y="0"/>
                    <a:pt x="53" y="75"/>
                    <a:pt x="62" y="117"/>
                  </a:cubicBezTo>
                  <a:cubicBezTo>
                    <a:pt x="71" y="156"/>
                    <a:pt x="72" y="200"/>
                    <a:pt x="69" y="235"/>
                  </a:cubicBezTo>
                  <a:cubicBezTo>
                    <a:pt x="105" y="235"/>
                    <a:pt x="105" y="235"/>
                    <a:pt x="105" y="235"/>
                  </a:cubicBezTo>
                  <a:cubicBezTo>
                    <a:pt x="105" y="173"/>
                    <a:pt x="105" y="173"/>
                    <a:pt x="105" y="173"/>
                  </a:cubicBezTo>
                  <a:cubicBezTo>
                    <a:pt x="105" y="173"/>
                    <a:pt x="105" y="173"/>
                    <a:pt x="105" y="17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4507" y="2427"/>
              <a:ext cx="281" cy="571"/>
            </a:xfrm>
            <a:custGeom>
              <a:rect b="b" l="l" r="r" t="t"/>
              <a:pathLst>
                <a:path extrusionOk="0" h="242" w="119">
                  <a:moveTo>
                    <a:pt x="119" y="105"/>
                  </a:moveTo>
                  <a:cubicBezTo>
                    <a:pt x="85" y="12"/>
                    <a:pt x="0" y="0"/>
                    <a:pt x="0" y="0"/>
                  </a:cubicBezTo>
                  <a:cubicBezTo>
                    <a:pt x="0" y="0"/>
                    <a:pt x="88" y="45"/>
                    <a:pt x="107" y="129"/>
                  </a:cubicBezTo>
                  <a:cubicBezTo>
                    <a:pt x="115" y="161"/>
                    <a:pt x="116" y="203"/>
                    <a:pt x="115" y="242"/>
                  </a:cubicBezTo>
                  <a:cubicBezTo>
                    <a:pt x="119" y="242"/>
                    <a:pt x="119" y="242"/>
                    <a:pt x="119" y="242"/>
                  </a:cubicBezTo>
                  <a:cubicBezTo>
                    <a:pt x="119" y="105"/>
                    <a:pt x="119" y="105"/>
                    <a:pt x="119" y="105"/>
                  </a:cubicBezTo>
                  <a:cubicBezTo>
                    <a:pt x="119" y="105"/>
                    <a:pt x="119" y="105"/>
                    <a:pt x="119" y="105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3999" y="1848"/>
              <a:ext cx="50" cy="251"/>
            </a:xfrm>
            <a:custGeom>
              <a:rect b="b" l="l" r="r" t="t"/>
              <a:pathLst>
                <a:path extrusionOk="0" h="106" w="21">
                  <a:moveTo>
                    <a:pt x="0" y="8"/>
                  </a:moveTo>
                  <a:cubicBezTo>
                    <a:pt x="0" y="8"/>
                    <a:pt x="10" y="40"/>
                    <a:pt x="11" y="55"/>
                  </a:cubicBezTo>
                  <a:cubicBezTo>
                    <a:pt x="13" y="70"/>
                    <a:pt x="10" y="104"/>
                    <a:pt x="10" y="104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18" y="106"/>
                    <a:pt x="21" y="70"/>
                    <a:pt x="21" y="53"/>
                  </a:cubicBezTo>
                  <a:cubicBezTo>
                    <a:pt x="21" y="37"/>
                    <a:pt x="6" y="0"/>
                    <a:pt x="6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246" name="Google Shape;246;p2"/>
          <p:cNvGrpSpPr/>
          <p:nvPr/>
        </p:nvGrpSpPr>
        <p:grpSpPr>
          <a:xfrm flipH="1" rot="-8772501">
            <a:off x="11360417" y="2338535"/>
            <a:ext cx="483752" cy="536662"/>
            <a:chOff x="2052" y="995"/>
            <a:chExt cx="768" cy="852"/>
          </a:xfrm>
        </p:grpSpPr>
        <p:sp>
          <p:nvSpPr>
            <p:cNvPr id="247" name="Google Shape;247;p2"/>
            <p:cNvSpPr/>
            <p:nvPr/>
          </p:nvSpPr>
          <p:spPr>
            <a:xfrm>
              <a:off x="2430" y="1616"/>
              <a:ext cx="151" cy="231"/>
            </a:xfrm>
            <a:custGeom>
              <a:rect b="b" l="l" r="r" t="t"/>
              <a:pathLst>
                <a:path extrusionOk="0" h="98" w="64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52" y="995"/>
              <a:ext cx="768" cy="729"/>
            </a:xfrm>
            <a:custGeom>
              <a:rect b="b" l="l" r="r" t="t"/>
              <a:pathLst>
                <a:path extrusionOk="0" h="309" w="325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90" y="1054"/>
              <a:ext cx="650" cy="677"/>
            </a:xfrm>
            <a:custGeom>
              <a:rect b="b" l="l" r="r" t="t"/>
              <a:pathLst>
                <a:path extrusionOk="0" h="287" w="275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322" y="1198"/>
              <a:ext cx="212" cy="429"/>
            </a:xfrm>
            <a:custGeom>
              <a:rect b="b" l="l" r="r" t="t"/>
              <a:pathLst>
                <a:path extrusionOk="0" h="182" w="90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508" y="1235"/>
              <a:ext cx="128" cy="281"/>
            </a:xfrm>
            <a:custGeom>
              <a:rect b="b" l="l" r="r" t="t"/>
              <a:pathLst>
                <a:path extrusionOk="0" h="119" w="54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539" y="1500"/>
              <a:ext cx="163" cy="101"/>
            </a:xfrm>
            <a:custGeom>
              <a:rect b="b" l="l" r="r" t="t"/>
              <a:pathLst>
                <a:path extrusionOk="0" h="43" w="69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303" y="1604"/>
              <a:ext cx="177" cy="59"/>
            </a:xfrm>
            <a:custGeom>
              <a:rect b="b" l="l" r="r" t="t"/>
              <a:pathLst>
                <a:path extrusionOk="0" h="25" w="7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161" y="1472"/>
              <a:ext cx="300" cy="111"/>
            </a:xfrm>
            <a:custGeom>
              <a:rect b="b" l="l" r="r" t="t"/>
              <a:pathLst>
                <a:path extrusionOk="0" h="47" w="12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255" name="Google Shape;255;p2"/>
          <p:cNvSpPr txBox="1"/>
          <p:nvPr>
            <p:ph type="ctrTitle"/>
          </p:nvPr>
        </p:nvSpPr>
        <p:spPr>
          <a:xfrm>
            <a:off x="2681288" y="165020"/>
            <a:ext cx="9360418" cy="22632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"/>
          <p:cNvSpPr txBox="1"/>
          <p:nvPr>
            <p:ph idx="1" type="subTitle"/>
          </p:nvPr>
        </p:nvSpPr>
        <p:spPr>
          <a:xfrm>
            <a:off x="3903329" y="2476917"/>
            <a:ext cx="6916336" cy="1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 cap="none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"/>
          <p:cNvSpPr txBox="1"/>
          <p:nvPr>
            <p:ph type="title"/>
          </p:nvPr>
        </p:nvSpPr>
        <p:spPr>
          <a:xfrm>
            <a:off x="1097280" y="1188720"/>
            <a:ext cx="3108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0"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"/>
          <p:cNvSpPr txBox="1"/>
          <p:nvPr>
            <p:ph idx="1" type="body"/>
          </p:nvPr>
        </p:nvSpPr>
        <p:spPr>
          <a:xfrm>
            <a:off x="1097280" y="34747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9pPr>
          </a:lstStyle>
          <a:p/>
        </p:txBody>
      </p:sp>
      <p:sp>
        <p:nvSpPr>
          <p:cNvPr id="260" name="Google Shape;260;p3"/>
          <p:cNvSpPr txBox="1"/>
          <p:nvPr>
            <p:ph idx="2" type="body"/>
          </p:nvPr>
        </p:nvSpPr>
        <p:spPr>
          <a:xfrm>
            <a:off x="4480560" y="457200"/>
            <a:ext cx="667512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 sz="1400"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 sz="1400"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 sz="1400"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 sz="1400"/>
            </a:lvl9pPr>
          </a:lstStyle>
          <a:p/>
        </p:txBody>
      </p:sp>
      <p:sp>
        <p:nvSpPr>
          <p:cNvPr id="261" name="Google Shape;261;p3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內容" type="twoObj">
  <p:cSld name="TWO_OBJECT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"/>
          <p:cNvSpPr txBox="1"/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"/>
          <p:cNvSpPr txBox="1"/>
          <p:nvPr>
            <p:ph idx="1" type="body"/>
          </p:nvPr>
        </p:nvSpPr>
        <p:spPr>
          <a:xfrm>
            <a:off x="1528572" y="1485900"/>
            <a:ext cx="4480560" cy="4123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9pPr>
          </a:lstStyle>
          <a:p/>
        </p:txBody>
      </p:sp>
      <p:sp>
        <p:nvSpPr>
          <p:cNvPr id="267" name="Google Shape;267;p4"/>
          <p:cNvSpPr txBox="1"/>
          <p:nvPr>
            <p:ph idx="2" type="body"/>
          </p:nvPr>
        </p:nvSpPr>
        <p:spPr>
          <a:xfrm>
            <a:off x="6177169" y="1485900"/>
            <a:ext cx="4480560" cy="4123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 sz="1800"/>
            </a:lvl9pPr>
          </a:lstStyle>
          <a:p/>
        </p:txBody>
      </p:sp>
      <p:sp>
        <p:nvSpPr>
          <p:cNvPr id="268" name="Google Shape;268;p4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>
  <p:cSld name="比較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"/>
          <p:cNvSpPr txBox="1"/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5"/>
          <p:cNvSpPr txBox="1"/>
          <p:nvPr>
            <p:ph idx="1" type="body"/>
          </p:nvPr>
        </p:nvSpPr>
        <p:spPr>
          <a:xfrm>
            <a:off x="1528572" y="1376018"/>
            <a:ext cx="4480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9pPr>
          </a:lstStyle>
          <a:p/>
        </p:txBody>
      </p:sp>
      <p:sp>
        <p:nvSpPr>
          <p:cNvPr id="274" name="Google Shape;274;p5"/>
          <p:cNvSpPr txBox="1"/>
          <p:nvPr>
            <p:ph idx="2" type="body"/>
          </p:nvPr>
        </p:nvSpPr>
        <p:spPr>
          <a:xfrm>
            <a:off x="1528572" y="2144114"/>
            <a:ext cx="4480560" cy="349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0988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9pPr>
          </a:lstStyle>
          <a:p/>
        </p:txBody>
      </p:sp>
      <p:sp>
        <p:nvSpPr>
          <p:cNvPr id="275" name="Google Shape;275;p5"/>
          <p:cNvSpPr txBox="1"/>
          <p:nvPr>
            <p:ph idx="3" type="body"/>
          </p:nvPr>
        </p:nvSpPr>
        <p:spPr>
          <a:xfrm>
            <a:off x="6177169" y="1376018"/>
            <a:ext cx="44805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b="1" sz="1600"/>
            </a:lvl9pPr>
          </a:lstStyle>
          <a:p/>
        </p:txBody>
      </p:sp>
      <p:sp>
        <p:nvSpPr>
          <p:cNvPr id="276" name="Google Shape;276;p5"/>
          <p:cNvSpPr txBox="1"/>
          <p:nvPr>
            <p:ph idx="4" type="body"/>
          </p:nvPr>
        </p:nvSpPr>
        <p:spPr>
          <a:xfrm>
            <a:off x="6177169" y="2144114"/>
            <a:ext cx="4480560" cy="349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0988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80"/>
              <a:buChar char="•"/>
              <a:defRPr sz="1600"/>
            </a:lvl9pPr>
          </a:lstStyle>
          <a:p/>
        </p:txBody>
      </p:sp>
      <p:sp>
        <p:nvSpPr>
          <p:cNvPr id="277" name="Google Shape;277;p5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"/>
          <p:cNvSpPr txBox="1"/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6"/>
          <p:cNvSpPr txBox="1"/>
          <p:nvPr>
            <p:ph idx="1" type="body"/>
          </p:nvPr>
        </p:nvSpPr>
        <p:spPr>
          <a:xfrm>
            <a:off x="1528572" y="1485900"/>
            <a:ext cx="9134856" cy="4152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indent="-29972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/>
            </a:lvl6pPr>
            <a:lvl7pPr indent="-29972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/>
            </a:lvl7pPr>
            <a:lvl8pPr indent="-29972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/>
            </a:lvl8pPr>
            <a:lvl9pPr indent="-29972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Char char="•"/>
              <a:defRPr/>
            </a:lvl9pPr>
          </a:lstStyle>
          <a:p/>
        </p:txBody>
      </p:sp>
      <p:sp>
        <p:nvSpPr>
          <p:cNvPr id="283" name="Google Shape;283;p6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6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showMasterSp="0" type="titleOnly">
  <p:cSld name="TITLE_ONL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8643511" y="3888584"/>
            <a:ext cx="213014" cy="1001327"/>
          </a:xfrm>
          <a:custGeom>
            <a:rect b="b" l="l" r="r" t="t"/>
            <a:pathLst>
              <a:path extrusionOk="0" h="525" w="112">
                <a:moveTo>
                  <a:pt x="51" y="487"/>
                </a:moveTo>
                <a:cubicBezTo>
                  <a:pt x="51" y="429"/>
                  <a:pt x="51" y="429"/>
                  <a:pt x="51" y="429"/>
                </a:cubicBezTo>
                <a:cubicBezTo>
                  <a:pt x="42" y="424"/>
                  <a:pt x="0" y="395"/>
                  <a:pt x="3" y="343"/>
                </a:cubicBezTo>
                <a:cubicBezTo>
                  <a:pt x="37" y="359"/>
                  <a:pt x="48" y="389"/>
                  <a:pt x="51" y="410"/>
                </a:cubicBezTo>
                <a:cubicBezTo>
                  <a:pt x="51" y="335"/>
                  <a:pt x="51" y="335"/>
                  <a:pt x="51" y="335"/>
                </a:cubicBezTo>
                <a:cubicBezTo>
                  <a:pt x="42" y="329"/>
                  <a:pt x="0" y="301"/>
                  <a:pt x="3" y="249"/>
                </a:cubicBezTo>
                <a:cubicBezTo>
                  <a:pt x="36" y="265"/>
                  <a:pt x="47" y="294"/>
                  <a:pt x="50" y="314"/>
                </a:cubicBezTo>
                <a:cubicBezTo>
                  <a:pt x="50" y="214"/>
                  <a:pt x="50" y="214"/>
                  <a:pt x="50" y="214"/>
                </a:cubicBezTo>
                <a:cubicBezTo>
                  <a:pt x="37" y="206"/>
                  <a:pt x="4" y="178"/>
                  <a:pt x="7" y="131"/>
                </a:cubicBezTo>
                <a:cubicBezTo>
                  <a:pt x="33" y="144"/>
                  <a:pt x="44" y="164"/>
                  <a:pt x="50" y="183"/>
                </a:cubicBezTo>
                <a:cubicBezTo>
                  <a:pt x="50" y="117"/>
                  <a:pt x="50" y="117"/>
                  <a:pt x="50" y="117"/>
                </a:cubicBezTo>
                <a:cubicBezTo>
                  <a:pt x="38" y="109"/>
                  <a:pt x="2" y="81"/>
                  <a:pt x="5" y="33"/>
                </a:cubicBezTo>
                <a:cubicBezTo>
                  <a:pt x="33" y="46"/>
                  <a:pt x="45" y="70"/>
                  <a:pt x="50" y="88"/>
                </a:cubicBezTo>
                <a:cubicBezTo>
                  <a:pt x="50" y="56"/>
                  <a:pt x="50" y="56"/>
                  <a:pt x="50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64" y="37"/>
                  <a:pt x="76" y="13"/>
                  <a:pt x="103" y="0"/>
                </a:cubicBezTo>
                <a:cubicBezTo>
                  <a:pt x="106" y="47"/>
                  <a:pt x="72" y="75"/>
                  <a:pt x="59" y="84"/>
                </a:cubicBezTo>
                <a:cubicBezTo>
                  <a:pt x="59" y="162"/>
                  <a:pt x="59" y="162"/>
                  <a:pt x="59" y="162"/>
                </a:cubicBezTo>
                <a:cubicBezTo>
                  <a:pt x="63" y="142"/>
                  <a:pt x="73" y="109"/>
                  <a:pt x="106" y="93"/>
                </a:cubicBezTo>
                <a:cubicBezTo>
                  <a:pt x="110" y="146"/>
                  <a:pt x="68" y="174"/>
                  <a:pt x="59" y="179"/>
                </a:cubicBezTo>
                <a:cubicBezTo>
                  <a:pt x="59" y="264"/>
                  <a:pt x="59" y="264"/>
                  <a:pt x="59" y="264"/>
                </a:cubicBezTo>
                <a:cubicBezTo>
                  <a:pt x="65" y="245"/>
                  <a:pt x="76" y="218"/>
                  <a:pt x="105" y="204"/>
                </a:cubicBezTo>
                <a:cubicBezTo>
                  <a:pt x="108" y="253"/>
                  <a:pt x="71" y="282"/>
                  <a:pt x="59" y="290"/>
                </a:cubicBezTo>
                <a:cubicBezTo>
                  <a:pt x="59" y="371"/>
                  <a:pt x="59" y="371"/>
                  <a:pt x="59" y="371"/>
                </a:cubicBezTo>
                <a:cubicBezTo>
                  <a:pt x="65" y="351"/>
                  <a:pt x="77" y="327"/>
                  <a:pt x="105" y="313"/>
                </a:cubicBezTo>
                <a:cubicBezTo>
                  <a:pt x="108" y="361"/>
                  <a:pt x="72" y="389"/>
                  <a:pt x="59" y="397"/>
                </a:cubicBezTo>
                <a:cubicBezTo>
                  <a:pt x="60" y="492"/>
                  <a:pt x="60" y="492"/>
                  <a:pt x="60" y="492"/>
                </a:cubicBezTo>
                <a:cubicBezTo>
                  <a:pt x="62" y="474"/>
                  <a:pt x="70" y="434"/>
                  <a:pt x="108" y="415"/>
                </a:cubicBezTo>
                <a:cubicBezTo>
                  <a:pt x="112" y="471"/>
                  <a:pt x="65" y="499"/>
                  <a:pt x="60" y="502"/>
                </a:cubicBezTo>
                <a:cubicBezTo>
                  <a:pt x="60" y="525"/>
                  <a:pt x="60" y="525"/>
                  <a:pt x="60" y="525"/>
                </a:cubicBezTo>
                <a:cubicBezTo>
                  <a:pt x="51" y="525"/>
                  <a:pt x="51" y="525"/>
                  <a:pt x="51" y="525"/>
                </a:cubicBezTo>
                <a:cubicBezTo>
                  <a:pt x="51" y="518"/>
                  <a:pt x="51" y="518"/>
                  <a:pt x="51" y="518"/>
                </a:cubicBezTo>
                <a:cubicBezTo>
                  <a:pt x="38" y="510"/>
                  <a:pt x="4" y="482"/>
                  <a:pt x="7" y="434"/>
                </a:cubicBezTo>
                <a:cubicBezTo>
                  <a:pt x="34" y="447"/>
                  <a:pt x="45" y="469"/>
                  <a:pt x="51" y="487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780212" y="4191000"/>
            <a:ext cx="5409960" cy="2667000"/>
          </a:xfrm>
          <a:custGeom>
            <a:rect b="b" l="l" r="r" t="t"/>
            <a:pathLst>
              <a:path extrusionOk="0" h="2763306" w="5150129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-125" y="4572000"/>
            <a:ext cx="11415276" cy="2286001"/>
          </a:xfrm>
          <a:custGeom>
            <a:rect b="b" l="l" r="r" t="t"/>
            <a:pathLst>
              <a:path extrusionOk="0" h="2245075" w="12079179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290" name="Google Shape;290;p7"/>
          <p:cNvGrpSpPr/>
          <p:nvPr/>
        </p:nvGrpSpPr>
        <p:grpSpPr>
          <a:xfrm flipH="1">
            <a:off x="9732236" y="958654"/>
            <a:ext cx="1400819" cy="4001744"/>
            <a:chOff x="3220" y="236"/>
            <a:chExt cx="1347" cy="3848"/>
          </a:xfrm>
        </p:grpSpPr>
        <p:sp>
          <p:nvSpPr>
            <p:cNvPr id="291" name="Google Shape;291;p7"/>
            <p:cNvSpPr/>
            <p:nvPr/>
          </p:nvSpPr>
          <p:spPr>
            <a:xfrm>
              <a:off x="3990" y="493"/>
              <a:ext cx="29" cy="1347"/>
            </a:xfrm>
            <a:custGeom>
              <a:rect b="b" l="l" r="r" t="t"/>
              <a:pathLst>
                <a:path extrusionOk="0" h="1347" w="29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811" y="1216"/>
              <a:ext cx="161" cy="248"/>
            </a:xfrm>
            <a:custGeom>
              <a:rect b="b" l="l" r="r" t="t"/>
              <a:pathLst>
                <a:path extrusionOk="0" h="105" w="68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4021" y="1006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3811" y="1509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21" y="130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4021" y="1632"/>
              <a:ext cx="161" cy="252"/>
            </a:xfrm>
            <a:custGeom>
              <a:rect b="b" l="l" r="r" t="t"/>
              <a:pathLst>
                <a:path extrusionOk="0" h="107" w="68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3811" y="885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4021" y="677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3811" y="569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3835" y="332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4021" y="36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3360" y="486"/>
              <a:ext cx="21" cy="1049"/>
            </a:xfrm>
            <a:custGeom>
              <a:rect b="b" l="l" r="r" t="t"/>
              <a:pathLst>
                <a:path extrusionOk="0" h="1049" w="21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220" y="1048"/>
              <a:ext cx="126" cy="194"/>
            </a:xfrm>
            <a:custGeom>
              <a:rect b="b" l="l" r="r" t="t"/>
              <a:pathLst>
                <a:path extrusionOk="0" h="82" w="53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386" y="885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220" y="1277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3386" y="1114"/>
              <a:ext cx="123" cy="194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3386" y="1372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220" y="793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386" y="630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220" y="545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220" y="316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386" y="385"/>
              <a:ext cx="123" cy="193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3283" y="1760"/>
              <a:ext cx="264" cy="1241"/>
            </a:xfrm>
            <a:custGeom>
              <a:rect b="b" l="l" r="r" t="t"/>
              <a:pathLst>
                <a:path extrusionOk="0" h="525" w="112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3805" y="1379"/>
              <a:ext cx="378" cy="1786"/>
            </a:xfrm>
            <a:custGeom>
              <a:rect b="b" l="l" r="r" t="t"/>
              <a:pathLst>
                <a:path extrusionOk="0" h="756" w="160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3249" y="2924"/>
              <a:ext cx="359" cy="560"/>
            </a:xfrm>
            <a:custGeom>
              <a:rect b="b" l="l" r="r" t="t"/>
              <a:pathLst>
                <a:path extrusionOk="0" h="237" w="152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3324" y="2992"/>
              <a:ext cx="305" cy="520"/>
            </a:xfrm>
            <a:custGeom>
              <a:rect b="b" l="l" r="r" t="t"/>
              <a:pathLst>
                <a:path extrusionOk="0" h="220" w="129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3610" y="375"/>
              <a:ext cx="232" cy="444"/>
            </a:xfrm>
            <a:custGeom>
              <a:rect b="b" l="l" r="r" t="t"/>
              <a:pathLst>
                <a:path extrusionOk="0" h="188" w="9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3712" y="387"/>
              <a:ext cx="118" cy="371"/>
            </a:xfrm>
            <a:custGeom>
              <a:rect b="b" l="l" r="r" t="t"/>
              <a:pathLst>
                <a:path extrusionOk="0" h="157" w="50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3627" y="1757"/>
              <a:ext cx="252" cy="498"/>
            </a:xfrm>
            <a:custGeom>
              <a:rect b="b" l="l" r="r" t="t"/>
              <a:pathLst>
                <a:path extrusionOk="0" h="211" w="107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3740" y="1766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3608" y="3016"/>
              <a:ext cx="255" cy="498"/>
            </a:xfrm>
            <a:custGeom>
              <a:rect b="b" l="l" r="r" t="t"/>
              <a:pathLst>
                <a:path extrusionOk="0" h="211" w="108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3721" y="3025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3329" y="1528"/>
              <a:ext cx="255" cy="496"/>
            </a:xfrm>
            <a:custGeom>
              <a:rect b="b" l="l" r="r" t="t"/>
              <a:pathLst>
                <a:path extrusionOk="0" h="210" w="108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3341" y="1537"/>
              <a:ext cx="127" cy="418"/>
            </a:xfrm>
            <a:custGeom>
              <a:rect b="b" l="l" r="r" t="t"/>
              <a:pathLst>
                <a:path extrusionOk="0" h="177" w="54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61" y="2272"/>
              <a:ext cx="356" cy="560"/>
            </a:xfrm>
            <a:custGeom>
              <a:rect b="b" l="l" r="r" t="t"/>
              <a:pathLst>
                <a:path extrusionOk="0" h="237" w="151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3615" y="1863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3587" y="2463"/>
              <a:ext cx="356" cy="562"/>
            </a:xfrm>
            <a:custGeom>
              <a:rect b="b" l="l" r="r" t="t"/>
              <a:pathLst>
                <a:path extrusionOk="0" h="238" w="151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3591" y="3096"/>
              <a:ext cx="352" cy="562"/>
            </a:xfrm>
            <a:custGeom>
              <a:rect b="b" l="l" r="r" t="t"/>
              <a:pathLst>
                <a:path extrusionOk="0" h="238" w="149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3244" y="1603"/>
              <a:ext cx="357" cy="555"/>
            </a:xfrm>
            <a:custGeom>
              <a:rect b="b" l="l" r="r" t="t"/>
              <a:pathLst>
                <a:path extrusionOk="0" h="235" w="151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3631" y="1138"/>
              <a:ext cx="355" cy="558"/>
            </a:xfrm>
            <a:custGeom>
              <a:rect b="b" l="l" r="r" t="t"/>
              <a:pathLst>
                <a:path extrusionOk="0" h="236" w="150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3244" y="895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3228" y="236"/>
              <a:ext cx="359" cy="562"/>
            </a:xfrm>
            <a:custGeom>
              <a:rect b="b" l="l" r="r" t="t"/>
              <a:pathLst>
                <a:path extrusionOk="0" h="238" w="152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3601" y="488"/>
              <a:ext cx="321" cy="501"/>
            </a:xfrm>
            <a:custGeom>
              <a:rect b="b" l="l" r="r" t="t"/>
              <a:pathLst>
                <a:path extrusionOk="0" h="212" w="136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3636" y="1863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3653" y="1157"/>
              <a:ext cx="300" cy="550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620" y="496"/>
              <a:ext cx="269" cy="493"/>
            </a:xfrm>
            <a:custGeom>
              <a:rect b="b" l="l" r="r" t="t"/>
              <a:pathLst>
                <a:path extrusionOk="0" h="209" w="114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265" y="273"/>
              <a:ext cx="319" cy="530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9" y="916"/>
              <a:ext cx="319" cy="529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3289" y="1625"/>
              <a:ext cx="305" cy="517"/>
            </a:xfrm>
            <a:custGeom>
              <a:rect b="b" l="l" r="r" t="t"/>
              <a:pathLst>
                <a:path extrusionOk="0" h="219" w="12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3291" y="2277"/>
              <a:ext cx="310" cy="517"/>
            </a:xfrm>
            <a:custGeom>
              <a:rect b="b" l="l" r="r" t="t"/>
              <a:pathLst>
                <a:path extrusionOk="0" h="219" w="131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3608" y="2437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3608" y="3089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3575" y="751"/>
              <a:ext cx="68" cy="2938"/>
            </a:xfrm>
            <a:custGeom>
              <a:rect b="b" l="l" r="r" t="t"/>
              <a:pathLst>
                <a:path extrusionOk="0" h="1244" w="29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4061" y="1280"/>
              <a:ext cx="194" cy="385"/>
            </a:xfrm>
            <a:custGeom>
              <a:rect b="b" l="l" r="r" t="t"/>
              <a:pathLst>
                <a:path extrusionOk="0" h="163" w="82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4068" y="1292"/>
              <a:ext cx="102" cy="318"/>
            </a:xfrm>
            <a:custGeom>
              <a:rect b="b" l="l" r="r" t="t"/>
              <a:pathLst>
                <a:path extrusionOk="0" h="135" w="43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4040" y="2484"/>
              <a:ext cx="220" cy="426"/>
            </a:xfrm>
            <a:custGeom>
              <a:rect b="b" l="l" r="r" t="t"/>
              <a:pathLst>
                <a:path extrusionOk="0" h="180" w="93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4050" y="2492"/>
              <a:ext cx="111" cy="359"/>
            </a:xfrm>
            <a:custGeom>
              <a:rect b="b" l="l" r="r" t="t"/>
              <a:pathLst>
                <a:path extrusionOk="0" h="152" w="47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4050" y="3545"/>
              <a:ext cx="222" cy="428"/>
            </a:xfrm>
            <a:custGeom>
              <a:rect b="b" l="l" r="r" t="t"/>
              <a:pathLst>
                <a:path extrusionOk="0" h="181" w="94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4066" y="3557"/>
              <a:ext cx="106" cy="354"/>
            </a:xfrm>
            <a:custGeom>
              <a:rect b="b" l="l" r="r" t="t"/>
              <a:pathLst>
                <a:path extrusionOk="0" h="150" w="45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4269" y="2321"/>
              <a:ext cx="218" cy="433"/>
            </a:xfrm>
            <a:custGeom>
              <a:rect b="b" l="l" r="r" t="t"/>
              <a:pathLst>
                <a:path extrusionOk="0" h="183" w="92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4366" y="2333"/>
              <a:ext cx="111" cy="355"/>
            </a:xfrm>
            <a:custGeom>
              <a:rect b="b" l="l" r="r" t="t"/>
              <a:pathLst>
                <a:path extrusionOk="0" h="150" w="47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4253" y="2955"/>
              <a:ext cx="304" cy="481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3964" y="2577"/>
              <a:ext cx="305" cy="477"/>
            </a:xfrm>
            <a:custGeom>
              <a:rect b="b" l="l" r="r" t="t"/>
              <a:pathLst>
                <a:path extrusionOk="0" h="202" w="129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4262" y="3590"/>
              <a:ext cx="305" cy="479"/>
            </a:xfrm>
            <a:custGeom>
              <a:rect b="b" l="l" r="r" t="t"/>
              <a:pathLst>
                <a:path extrusionOk="0" h="203" w="129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3972" y="3122"/>
              <a:ext cx="304" cy="475"/>
            </a:xfrm>
            <a:custGeom>
              <a:rect b="b" l="l" r="r" t="t"/>
              <a:pathLst>
                <a:path extrusionOk="0" h="201" w="129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3981" y="3595"/>
              <a:ext cx="305" cy="482"/>
            </a:xfrm>
            <a:custGeom>
              <a:rect b="b" l="l" r="r" t="t"/>
              <a:pathLst>
                <a:path extrusionOk="0" h="204" w="129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4253" y="2385"/>
              <a:ext cx="304" cy="482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950" y="1946"/>
              <a:ext cx="305" cy="484"/>
            </a:xfrm>
            <a:custGeom>
              <a:rect b="b" l="l" r="r" t="t"/>
              <a:pathLst>
                <a:path extrusionOk="0" h="205" w="129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4253" y="1747"/>
              <a:ext cx="304" cy="478"/>
            </a:xfrm>
            <a:custGeom>
              <a:rect b="b" l="l" r="r" t="t"/>
              <a:pathLst>
                <a:path extrusionOk="0" h="202" w="129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4248" y="1211"/>
              <a:ext cx="307" cy="475"/>
            </a:xfrm>
            <a:custGeom>
              <a:rect b="b" l="l" r="r" t="t"/>
              <a:pathLst>
                <a:path extrusionOk="0" h="201" w="130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3990" y="1381"/>
              <a:ext cx="274" cy="428"/>
            </a:xfrm>
            <a:custGeom>
              <a:rect b="b" l="l" r="r" t="t"/>
              <a:pathLst>
                <a:path extrusionOk="0" h="181" w="116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993" y="2577"/>
              <a:ext cx="260" cy="474"/>
            </a:xfrm>
            <a:custGeom>
              <a:rect b="b" l="l" r="r" t="t"/>
              <a:pathLst>
                <a:path extrusionOk="0" h="201" w="110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979" y="1962"/>
              <a:ext cx="257" cy="478"/>
            </a:xfrm>
            <a:custGeom>
              <a:rect b="b" l="l" r="r" t="t"/>
              <a:pathLst>
                <a:path extrusionOk="0" h="202" w="109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4019" y="1388"/>
              <a:ext cx="229" cy="421"/>
            </a:xfrm>
            <a:custGeom>
              <a:rect b="b" l="l" r="r" t="t"/>
              <a:pathLst>
                <a:path extrusionOk="0" h="178" w="97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4248" y="1240"/>
              <a:ext cx="276" cy="448"/>
            </a:xfrm>
            <a:custGeom>
              <a:rect b="b" l="l" r="r" t="t"/>
              <a:pathLst>
                <a:path extrusionOk="0" h="190" w="117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4253" y="1766"/>
              <a:ext cx="274" cy="449"/>
            </a:xfrm>
            <a:custGeom>
              <a:rect b="b" l="l" r="r" t="t"/>
              <a:pathLst>
                <a:path extrusionOk="0" h="190" w="116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4253" y="2407"/>
              <a:ext cx="271" cy="441"/>
            </a:xfrm>
            <a:custGeom>
              <a:rect b="b" l="l" r="r" t="t"/>
              <a:pathLst>
                <a:path extrusionOk="0" h="187" w="115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4364" y="2647"/>
              <a:ext cx="2" cy="3"/>
            </a:xfrm>
            <a:custGeom>
              <a:rect b="b" l="l" r="r" t="t"/>
              <a:pathLst>
                <a:path extrusionOk="0" h="3" w="2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262" y="2959"/>
              <a:ext cx="267" cy="444"/>
            </a:xfrm>
            <a:custGeom>
              <a:rect b="b" l="l" r="r" t="t"/>
              <a:pathLst>
                <a:path extrusionOk="0" h="188" w="113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269" y="3621"/>
              <a:ext cx="267" cy="441"/>
            </a:xfrm>
            <a:custGeom>
              <a:rect b="b" l="l" r="r" t="t"/>
              <a:pathLst>
                <a:path extrusionOk="0" h="187" w="113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002" y="3099"/>
              <a:ext cx="260" cy="472"/>
            </a:xfrm>
            <a:custGeom>
              <a:rect b="b" l="l" r="r" t="t"/>
              <a:pathLst>
                <a:path extrusionOk="0" h="200" w="11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4009" y="3609"/>
              <a:ext cx="260" cy="475"/>
            </a:xfrm>
            <a:custGeom>
              <a:rect b="b" l="l" r="r" t="t"/>
              <a:pathLst>
                <a:path extrusionOk="0" h="201" w="110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227" y="1606"/>
              <a:ext cx="59" cy="2471"/>
            </a:xfrm>
            <a:custGeom>
              <a:rect b="b" l="l" r="r" t="t"/>
              <a:pathLst>
                <a:path extrusionOk="0" h="1046" w="25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374" name="Google Shape;374;p7"/>
          <p:cNvGrpSpPr/>
          <p:nvPr/>
        </p:nvGrpSpPr>
        <p:grpSpPr>
          <a:xfrm>
            <a:off x="10895012" y="1248597"/>
            <a:ext cx="1254796" cy="3346122"/>
            <a:chOff x="3124" y="236"/>
            <a:chExt cx="1443" cy="3848"/>
          </a:xfrm>
        </p:grpSpPr>
        <p:sp>
          <p:nvSpPr>
            <p:cNvPr id="375" name="Google Shape;375;p7"/>
            <p:cNvSpPr/>
            <p:nvPr/>
          </p:nvSpPr>
          <p:spPr>
            <a:xfrm>
              <a:off x="3858" y="1801"/>
              <a:ext cx="29" cy="1347"/>
            </a:xfrm>
            <a:custGeom>
              <a:rect b="b" l="l" r="r" t="t"/>
              <a:pathLst>
                <a:path extrusionOk="0" h="1347" w="29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3679" y="2551"/>
              <a:ext cx="161" cy="248"/>
            </a:xfrm>
            <a:custGeom>
              <a:rect b="b" l="l" r="r" t="t"/>
              <a:pathLst>
                <a:path extrusionOk="0" h="105" w="68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3889" y="234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3679" y="2844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4021" y="130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3889" y="2967"/>
              <a:ext cx="161" cy="252"/>
            </a:xfrm>
            <a:custGeom>
              <a:rect b="b" l="l" r="r" t="t"/>
              <a:pathLst>
                <a:path extrusionOk="0" h="107" w="68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3679" y="2220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3889" y="2012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3679" y="1904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3679" y="1608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3889" y="1696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3360" y="486"/>
              <a:ext cx="21" cy="1049"/>
            </a:xfrm>
            <a:custGeom>
              <a:rect b="b" l="l" r="r" t="t"/>
              <a:pathLst>
                <a:path extrusionOk="0" h="1049" w="21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3220" y="1048"/>
              <a:ext cx="126" cy="194"/>
            </a:xfrm>
            <a:custGeom>
              <a:rect b="b" l="l" r="r" t="t"/>
              <a:pathLst>
                <a:path extrusionOk="0" h="82" w="53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3386" y="885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3220" y="1277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3386" y="1114"/>
              <a:ext cx="123" cy="194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3386" y="1372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3220" y="793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3386" y="630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3220" y="545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3220" y="316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3386" y="385"/>
              <a:ext cx="123" cy="193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3124" y="1062"/>
              <a:ext cx="264" cy="1241"/>
            </a:xfrm>
            <a:custGeom>
              <a:rect b="b" l="l" r="r" t="t"/>
              <a:pathLst>
                <a:path extrusionOk="0" h="525" w="112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3737" y="1710"/>
              <a:ext cx="378" cy="1786"/>
            </a:xfrm>
            <a:custGeom>
              <a:rect b="b" l="l" r="r" t="t"/>
              <a:pathLst>
                <a:path extrusionOk="0" h="756" w="160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3249" y="2924"/>
              <a:ext cx="359" cy="560"/>
            </a:xfrm>
            <a:custGeom>
              <a:rect b="b" l="l" r="r" t="t"/>
              <a:pathLst>
                <a:path extrusionOk="0" h="237" w="152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3324" y="2992"/>
              <a:ext cx="305" cy="520"/>
            </a:xfrm>
            <a:custGeom>
              <a:rect b="b" l="l" r="r" t="t"/>
              <a:pathLst>
                <a:path extrusionOk="0" h="220" w="129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3610" y="375"/>
              <a:ext cx="232" cy="444"/>
            </a:xfrm>
            <a:custGeom>
              <a:rect b="b" l="l" r="r" t="t"/>
              <a:pathLst>
                <a:path extrusionOk="0" h="188" w="9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3712" y="387"/>
              <a:ext cx="118" cy="371"/>
            </a:xfrm>
            <a:custGeom>
              <a:rect b="b" l="l" r="r" t="t"/>
              <a:pathLst>
                <a:path extrusionOk="0" h="157" w="50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3627" y="1757"/>
              <a:ext cx="252" cy="498"/>
            </a:xfrm>
            <a:custGeom>
              <a:rect b="b" l="l" r="r" t="t"/>
              <a:pathLst>
                <a:path extrusionOk="0" h="211" w="107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3740" y="1766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3608" y="3016"/>
              <a:ext cx="255" cy="498"/>
            </a:xfrm>
            <a:custGeom>
              <a:rect b="b" l="l" r="r" t="t"/>
              <a:pathLst>
                <a:path extrusionOk="0" h="211" w="108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3721" y="3025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3329" y="1528"/>
              <a:ext cx="255" cy="496"/>
            </a:xfrm>
            <a:custGeom>
              <a:rect b="b" l="l" r="r" t="t"/>
              <a:pathLst>
                <a:path extrusionOk="0" h="210" w="108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3341" y="1537"/>
              <a:ext cx="127" cy="418"/>
            </a:xfrm>
            <a:custGeom>
              <a:rect b="b" l="l" r="r" t="t"/>
              <a:pathLst>
                <a:path extrusionOk="0" h="177" w="54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3261" y="2272"/>
              <a:ext cx="356" cy="560"/>
            </a:xfrm>
            <a:custGeom>
              <a:rect b="b" l="l" r="r" t="t"/>
              <a:pathLst>
                <a:path extrusionOk="0" h="237" w="151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3615" y="1863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3587" y="2463"/>
              <a:ext cx="356" cy="562"/>
            </a:xfrm>
            <a:custGeom>
              <a:rect b="b" l="l" r="r" t="t"/>
              <a:pathLst>
                <a:path extrusionOk="0" h="238" w="151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3591" y="3096"/>
              <a:ext cx="352" cy="562"/>
            </a:xfrm>
            <a:custGeom>
              <a:rect b="b" l="l" r="r" t="t"/>
              <a:pathLst>
                <a:path extrusionOk="0" h="238" w="149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3244" y="1603"/>
              <a:ext cx="357" cy="555"/>
            </a:xfrm>
            <a:custGeom>
              <a:rect b="b" l="l" r="r" t="t"/>
              <a:pathLst>
                <a:path extrusionOk="0" h="235" w="151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3631" y="1138"/>
              <a:ext cx="355" cy="558"/>
            </a:xfrm>
            <a:custGeom>
              <a:rect b="b" l="l" r="r" t="t"/>
              <a:pathLst>
                <a:path extrusionOk="0" h="236" w="150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3244" y="895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3228" y="236"/>
              <a:ext cx="359" cy="562"/>
            </a:xfrm>
            <a:custGeom>
              <a:rect b="b" l="l" r="r" t="t"/>
              <a:pathLst>
                <a:path extrusionOk="0" h="238" w="152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3601" y="488"/>
              <a:ext cx="321" cy="501"/>
            </a:xfrm>
            <a:custGeom>
              <a:rect b="b" l="l" r="r" t="t"/>
              <a:pathLst>
                <a:path extrusionOk="0" h="212" w="136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3636" y="1863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3653" y="1157"/>
              <a:ext cx="300" cy="550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3620" y="496"/>
              <a:ext cx="269" cy="493"/>
            </a:xfrm>
            <a:custGeom>
              <a:rect b="b" l="l" r="r" t="t"/>
              <a:pathLst>
                <a:path extrusionOk="0" h="209" w="114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3265" y="273"/>
              <a:ext cx="319" cy="530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3279" y="916"/>
              <a:ext cx="319" cy="529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3289" y="1625"/>
              <a:ext cx="305" cy="517"/>
            </a:xfrm>
            <a:custGeom>
              <a:rect b="b" l="l" r="r" t="t"/>
              <a:pathLst>
                <a:path extrusionOk="0" h="219" w="12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3291" y="2277"/>
              <a:ext cx="310" cy="517"/>
            </a:xfrm>
            <a:custGeom>
              <a:rect b="b" l="l" r="r" t="t"/>
              <a:pathLst>
                <a:path extrusionOk="0" h="219" w="131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3608" y="2437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3608" y="3089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3575" y="751"/>
              <a:ext cx="68" cy="2938"/>
            </a:xfrm>
            <a:custGeom>
              <a:rect b="b" l="l" r="r" t="t"/>
              <a:pathLst>
                <a:path extrusionOk="0" h="1244" w="29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4061" y="1280"/>
              <a:ext cx="194" cy="385"/>
            </a:xfrm>
            <a:custGeom>
              <a:rect b="b" l="l" r="r" t="t"/>
              <a:pathLst>
                <a:path extrusionOk="0" h="163" w="82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4068" y="1292"/>
              <a:ext cx="102" cy="318"/>
            </a:xfrm>
            <a:custGeom>
              <a:rect b="b" l="l" r="r" t="t"/>
              <a:pathLst>
                <a:path extrusionOk="0" h="135" w="43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4040" y="2484"/>
              <a:ext cx="220" cy="426"/>
            </a:xfrm>
            <a:custGeom>
              <a:rect b="b" l="l" r="r" t="t"/>
              <a:pathLst>
                <a:path extrusionOk="0" h="180" w="93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4050" y="2492"/>
              <a:ext cx="111" cy="359"/>
            </a:xfrm>
            <a:custGeom>
              <a:rect b="b" l="l" r="r" t="t"/>
              <a:pathLst>
                <a:path extrusionOk="0" h="152" w="47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4050" y="3545"/>
              <a:ext cx="222" cy="428"/>
            </a:xfrm>
            <a:custGeom>
              <a:rect b="b" l="l" r="r" t="t"/>
              <a:pathLst>
                <a:path extrusionOk="0" h="181" w="94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4066" y="3557"/>
              <a:ext cx="106" cy="354"/>
            </a:xfrm>
            <a:custGeom>
              <a:rect b="b" l="l" r="r" t="t"/>
              <a:pathLst>
                <a:path extrusionOk="0" h="150" w="45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4269" y="2321"/>
              <a:ext cx="218" cy="433"/>
            </a:xfrm>
            <a:custGeom>
              <a:rect b="b" l="l" r="r" t="t"/>
              <a:pathLst>
                <a:path extrusionOk="0" h="183" w="92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4366" y="2333"/>
              <a:ext cx="111" cy="355"/>
            </a:xfrm>
            <a:custGeom>
              <a:rect b="b" l="l" r="r" t="t"/>
              <a:pathLst>
                <a:path extrusionOk="0" h="150" w="47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4253" y="2955"/>
              <a:ext cx="304" cy="481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3964" y="2577"/>
              <a:ext cx="305" cy="477"/>
            </a:xfrm>
            <a:custGeom>
              <a:rect b="b" l="l" r="r" t="t"/>
              <a:pathLst>
                <a:path extrusionOk="0" h="202" w="129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4262" y="3590"/>
              <a:ext cx="305" cy="479"/>
            </a:xfrm>
            <a:custGeom>
              <a:rect b="b" l="l" r="r" t="t"/>
              <a:pathLst>
                <a:path extrusionOk="0" h="203" w="129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3972" y="3122"/>
              <a:ext cx="304" cy="475"/>
            </a:xfrm>
            <a:custGeom>
              <a:rect b="b" l="l" r="r" t="t"/>
              <a:pathLst>
                <a:path extrusionOk="0" h="201" w="129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3981" y="3595"/>
              <a:ext cx="305" cy="482"/>
            </a:xfrm>
            <a:custGeom>
              <a:rect b="b" l="l" r="r" t="t"/>
              <a:pathLst>
                <a:path extrusionOk="0" h="204" w="129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4253" y="2385"/>
              <a:ext cx="304" cy="482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3950" y="1946"/>
              <a:ext cx="305" cy="484"/>
            </a:xfrm>
            <a:custGeom>
              <a:rect b="b" l="l" r="r" t="t"/>
              <a:pathLst>
                <a:path extrusionOk="0" h="205" w="129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4253" y="1747"/>
              <a:ext cx="304" cy="478"/>
            </a:xfrm>
            <a:custGeom>
              <a:rect b="b" l="l" r="r" t="t"/>
              <a:pathLst>
                <a:path extrusionOk="0" h="202" w="129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4248" y="1211"/>
              <a:ext cx="307" cy="475"/>
            </a:xfrm>
            <a:custGeom>
              <a:rect b="b" l="l" r="r" t="t"/>
              <a:pathLst>
                <a:path extrusionOk="0" h="201" w="130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3990" y="1381"/>
              <a:ext cx="274" cy="428"/>
            </a:xfrm>
            <a:custGeom>
              <a:rect b="b" l="l" r="r" t="t"/>
              <a:pathLst>
                <a:path extrusionOk="0" h="181" w="116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3993" y="2577"/>
              <a:ext cx="260" cy="474"/>
            </a:xfrm>
            <a:custGeom>
              <a:rect b="b" l="l" r="r" t="t"/>
              <a:pathLst>
                <a:path extrusionOk="0" h="201" w="110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3979" y="1962"/>
              <a:ext cx="257" cy="478"/>
            </a:xfrm>
            <a:custGeom>
              <a:rect b="b" l="l" r="r" t="t"/>
              <a:pathLst>
                <a:path extrusionOk="0" h="202" w="109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4019" y="1388"/>
              <a:ext cx="229" cy="421"/>
            </a:xfrm>
            <a:custGeom>
              <a:rect b="b" l="l" r="r" t="t"/>
              <a:pathLst>
                <a:path extrusionOk="0" h="178" w="97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4248" y="1240"/>
              <a:ext cx="276" cy="448"/>
            </a:xfrm>
            <a:custGeom>
              <a:rect b="b" l="l" r="r" t="t"/>
              <a:pathLst>
                <a:path extrusionOk="0" h="190" w="117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4253" y="1766"/>
              <a:ext cx="274" cy="449"/>
            </a:xfrm>
            <a:custGeom>
              <a:rect b="b" l="l" r="r" t="t"/>
              <a:pathLst>
                <a:path extrusionOk="0" h="190" w="116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4253" y="2407"/>
              <a:ext cx="271" cy="441"/>
            </a:xfrm>
            <a:custGeom>
              <a:rect b="b" l="l" r="r" t="t"/>
              <a:pathLst>
                <a:path extrusionOk="0" h="187" w="115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4364" y="2647"/>
              <a:ext cx="2" cy="3"/>
            </a:xfrm>
            <a:custGeom>
              <a:rect b="b" l="l" r="r" t="t"/>
              <a:pathLst>
                <a:path extrusionOk="0" h="3" w="2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4262" y="2959"/>
              <a:ext cx="267" cy="444"/>
            </a:xfrm>
            <a:custGeom>
              <a:rect b="b" l="l" r="r" t="t"/>
              <a:pathLst>
                <a:path extrusionOk="0" h="188" w="113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4269" y="3621"/>
              <a:ext cx="267" cy="441"/>
            </a:xfrm>
            <a:custGeom>
              <a:rect b="b" l="l" r="r" t="t"/>
              <a:pathLst>
                <a:path extrusionOk="0" h="187" w="113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4002" y="3099"/>
              <a:ext cx="260" cy="472"/>
            </a:xfrm>
            <a:custGeom>
              <a:rect b="b" l="l" r="r" t="t"/>
              <a:pathLst>
                <a:path extrusionOk="0" h="200" w="11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4009" y="3609"/>
              <a:ext cx="260" cy="475"/>
            </a:xfrm>
            <a:custGeom>
              <a:rect b="b" l="l" r="r" t="t"/>
              <a:pathLst>
                <a:path extrusionOk="0" h="201" w="110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4227" y="1606"/>
              <a:ext cx="59" cy="2471"/>
            </a:xfrm>
            <a:custGeom>
              <a:rect b="b" l="l" r="r" t="t"/>
              <a:pathLst>
                <a:path extrusionOk="0" h="1046" w="25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458" name="Google Shape;458;p7"/>
          <p:cNvGrpSpPr/>
          <p:nvPr/>
        </p:nvGrpSpPr>
        <p:grpSpPr>
          <a:xfrm>
            <a:off x="9087454" y="2736976"/>
            <a:ext cx="906206" cy="2416549"/>
            <a:chOff x="3124" y="236"/>
            <a:chExt cx="1443" cy="3848"/>
          </a:xfrm>
        </p:grpSpPr>
        <p:sp>
          <p:nvSpPr>
            <p:cNvPr id="459" name="Google Shape;459;p7"/>
            <p:cNvSpPr/>
            <p:nvPr/>
          </p:nvSpPr>
          <p:spPr>
            <a:xfrm>
              <a:off x="3990" y="493"/>
              <a:ext cx="29" cy="1347"/>
            </a:xfrm>
            <a:custGeom>
              <a:rect b="b" l="l" r="r" t="t"/>
              <a:pathLst>
                <a:path extrusionOk="0" h="1347" w="29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3811" y="1216"/>
              <a:ext cx="161" cy="248"/>
            </a:xfrm>
            <a:custGeom>
              <a:rect b="b" l="l" r="r" t="t"/>
              <a:pathLst>
                <a:path extrusionOk="0" h="105" w="68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4021" y="1006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3811" y="1509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4021" y="130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4021" y="1632"/>
              <a:ext cx="161" cy="252"/>
            </a:xfrm>
            <a:custGeom>
              <a:rect b="b" l="l" r="r" t="t"/>
              <a:pathLst>
                <a:path extrusionOk="0" h="107" w="68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3811" y="885"/>
              <a:ext cx="161" cy="253"/>
            </a:xfrm>
            <a:custGeom>
              <a:rect b="b" l="l" r="r" t="t"/>
              <a:pathLst>
                <a:path extrusionOk="0" h="107" w="68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4021" y="677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3811" y="569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3811" y="273"/>
              <a:ext cx="161" cy="251"/>
            </a:xfrm>
            <a:custGeom>
              <a:rect b="b" l="l" r="r" t="t"/>
              <a:pathLst>
                <a:path extrusionOk="0" h="106" w="68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4021" y="361"/>
              <a:ext cx="161" cy="250"/>
            </a:xfrm>
            <a:custGeom>
              <a:rect b="b" l="l" r="r" t="t"/>
              <a:pathLst>
                <a:path extrusionOk="0" h="106" w="68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3360" y="486"/>
              <a:ext cx="21" cy="1049"/>
            </a:xfrm>
            <a:custGeom>
              <a:rect b="b" l="l" r="r" t="t"/>
              <a:pathLst>
                <a:path extrusionOk="0" h="1049" w="21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3220" y="1048"/>
              <a:ext cx="126" cy="194"/>
            </a:xfrm>
            <a:custGeom>
              <a:rect b="b" l="l" r="r" t="t"/>
              <a:pathLst>
                <a:path extrusionOk="0" h="82" w="53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3386" y="885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3220" y="1277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3386" y="1114"/>
              <a:ext cx="123" cy="194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3386" y="1372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3220" y="793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3386" y="630"/>
              <a:ext cx="123" cy="196"/>
            </a:xfrm>
            <a:custGeom>
              <a:rect b="b" l="l" r="r" t="t"/>
              <a:pathLst>
                <a:path extrusionOk="0" h="83" w="52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3220" y="545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3220" y="316"/>
              <a:ext cx="126" cy="196"/>
            </a:xfrm>
            <a:custGeom>
              <a:rect b="b" l="l" r="r" t="t"/>
              <a:pathLst>
                <a:path extrusionOk="0" h="83" w="5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3386" y="385"/>
              <a:ext cx="123" cy="193"/>
            </a:xfrm>
            <a:custGeom>
              <a:rect b="b" l="l" r="r" t="t"/>
              <a:pathLst>
                <a:path extrusionOk="0" h="82" w="5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3124" y="1062"/>
              <a:ext cx="264" cy="1241"/>
            </a:xfrm>
            <a:custGeom>
              <a:rect b="b" l="l" r="r" t="t"/>
              <a:pathLst>
                <a:path extrusionOk="0" h="525" w="112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3249" y="2924"/>
              <a:ext cx="359" cy="560"/>
            </a:xfrm>
            <a:custGeom>
              <a:rect b="b" l="l" r="r" t="t"/>
              <a:pathLst>
                <a:path extrusionOk="0" h="237" w="152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3324" y="2992"/>
              <a:ext cx="305" cy="520"/>
            </a:xfrm>
            <a:custGeom>
              <a:rect b="b" l="l" r="r" t="t"/>
              <a:pathLst>
                <a:path extrusionOk="0" h="220" w="129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3610" y="375"/>
              <a:ext cx="232" cy="444"/>
            </a:xfrm>
            <a:custGeom>
              <a:rect b="b" l="l" r="r" t="t"/>
              <a:pathLst>
                <a:path extrusionOk="0" h="188" w="9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3712" y="387"/>
              <a:ext cx="118" cy="371"/>
            </a:xfrm>
            <a:custGeom>
              <a:rect b="b" l="l" r="r" t="t"/>
              <a:pathLst>
                <a:path extrusionOk="0" h="157" w="50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3627" y="1757"/>
              <a:ext cx="252" cy="498"/>
            </a:xfrm>
            <a:custGeom>
              <a:rect b="b" l="l" r="r" t="t"/>
              <a:pathLst>
                <a:path extrusionOk="0" h="211" w="107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3740" y="1766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3608" y="3016"/>
              <a:ext cx="255" cy="498"/>
            </a:xfrm>
            <a:custGeom>
              <a:rect b="b" l="l" r="r" t="t"/>
              <a:pathLst>
                <a:path extrusionOk="0" h="211" w="108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3721" y="3025"/>
              <a:ext cx="128" cy="416"/>
            </a:xfrm>
            <a:custGeom>
              <a:rect b="b" l="l" r="r" t="t"/>
              <a:pathLst>
                <a:path extrusionOk="0" h="176" w="54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3329" y="1528"/>
              <a:ext cx="255" cy="496"/>
            </a:xfrm>
            <a:custGeom>
              <a:rect b="b" l="l" r="r" t="t"/>
              <a:pathLst>
                <a:path extrusionOk="0" h="210" w="108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3341" y="1537"/>
              <a:ext cx="127" cy="418"/>
            </a:xfrm>
            <a:custGeom>
              <a:rect b="b" l="l" r="r" t="t"/>
              <a:pathLst>
                <a:path extrusionOk="0" h="177" w="54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3261" y="2272"/>
              <a:ext cx="356" cy="560"/>
            </a:xfrm>
            <a:custGeom>
              <a:rect b="b" l="l" r="r" t="t"/>
              <a:pathLst>
                <a:path extrusionOk="0" h="237" w="151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3615" y="1863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3587" y="2463"/>
              <a:ext cx="356" cy="562"/>
            </a:xfrm>
            <a:custGeom>
              <a:rect b="b" l="l" r="r" t="t"/>
              <a:pathLst>
                <a:path extrusionOk="0" h="238" w="151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3591" y="3096"/>
              <a:ext cx="352" cy="562"/>
            </a:xfrm>
            <a:custGeom>
              <a:rect b="b" l="l" r="r" t="t"/>
              <a:pathLst>
                <a:path extrusionOk="0" h="238" w="149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3244" y="1603"/>
              <a:ext cx="357" cy="555"/>
            </a:xfrm>
            <a:custGeom>
              <a:rect b="b" l="l" r="r" t="t"/>
              <a:pathLst>
                <a:path extrusionOk="0" h="235" w="151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3631" y="1138"/>
              <a:ext cx="355" cy="558"/>
            </a:xfrm>
            <a:custGeom>
              <a:rect b="b" l="l" r="r" t="t"/>
              <a:pathLst>
                <a:path extrusionOk="0" h="236" w="150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3244" y="895"/>
              <a:ext cx="357" cy="560"/>
            </a:xfrm>
            <a:custGeom>
              <a:rect b="b" l="l" r="r" t="t"/>
              <a:pathLst>
                <a:path extrusionOk="0" h="237" w="151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3228" y="236"/>
              <a:ext cx="359" cy="562"/>
            </a:xfrm>
            <a:custGeom>
              <a:rect b="b" l="l" r="r" t="t"/>
              <a:pathLst>
                <a:path extrusionOk="0" h="238" w="152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3601" y="488"/>
              <a:ext cx="321" cy="501"/>
            </a:xfrm>
            <a:custGeom>
              <a:rect b="b" l="l" r="r" t="t"/>
              <a:pathLst>
                <a:path extrusionOk="0" h="212" w="136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3636" y="1863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3653" y="1157"/>
              <a:ext cx="300" cy="550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3620" y="496"/>
              <a:ext cx="269" cy="493"/>
            </a:xfrm>
            <a:custGeom>
              <a:rect b="b" l="l" r="r" t="t"/>
              <a:pathLst>
                <a:path extrusionOk="0" h="209" w="114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3265" y="273"/>
              <a:ext cx="319" cy="530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3279" y="916"/>
              <a:ext cx="319" cy="529"/>
            </a:xfrm>
            <a:custGeom>
              <a:rect b="b" l="l" r="r" t="t"/>
              <a:pathLst>
                <a:path extrusionOk="0" h="224" w="135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3289" y="1625"/>
              <a:ext cx="305" cy="517"/>
            </a:xfrm>
            <a:custGeom>
              <a:rect b="b" l="l" r="r" t="t"/>
              <a:pathLst>
                <a:path extrusionOk="0" h="219" w="12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3291" y="2277"/>
              <a:ext cx="310" cy="517"/>
            </a:xfrm>
            <a:custGeom>
              <a:rect b="b" l="l" r="r" t="t"/>
              <a:pathLst>
                <a:path extrusionOk="0" h="219" w="131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3608" y="2437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3608" y="3089"/>
              <a:ext cx="300" cy="551"/>
            </a:xfrm>
            <a:custGeom>
              <a:rect b="b" l="l" r="r" t="t"/>
              <a:pathLst>
                <a:path extrusionOk="0" h="233" w="127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3575" y="751"/>
              <a:ext cx="68" cy="2938"/>
            </a:xfrm>
            <a:custGeom>
              <a:rect b="b" l="l" r="r" t="t"/>
              <a:pathLst>
                <a:path extrusionOk="0" h="1244" w="29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4061" y="1280"/>
              <a:ext cx="194" cy="385"/>
            </a:xfrm>
            <a:custGeom>
              <a:rect b="b" l="l" r="r" t="t"/>
              <a:pathLst>
                <a:path extrusionOk="0" h="163" w="82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4068" y="1292"/>
              <a:ext cx="102" cy="318"/>
            </a:xfrm>
            <a:custGeom>
              <a:rect b="b" l="l" r="r" t="t"/>
              <a:pathLst>
                <a:path extrusionOk="0" h="135" w="43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4040" y="2484"/>
              <a:ext cx="220" cy="426"/>
            </a:xfrm>
            <a:custGeom>
              <a:rect b="b" l="l" r="r" t="t"/>
              <a:pathLst>
                <a:path extrusionOk="0" h="180" w="93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4050" y="2492"/>
              <a:ext cx="111" cy="359"/>
            </a:xfrm>
            <a:custGeom>
              <a:rect b="b" l="l" r="r" t="t"/>
              <a:pathLst>
                <a:path extrusionOk="0" h="152" w="47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4050" y="3545"/>
              <a:ext cx="222" cy="428"/>
            </a:xfrm>
            <a:custGeom>
              <a:rect b="b" l="l" r="r" t="t"/>
              <a:pathLst>
                <a:path extrusionOk="0" h="181" w="94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4066" y="3557"/>
              <a:ext cx="106" cy="354"/>
            </a:xfrm>
            <a:custGeom>
              <a:rect b="b" l="l" r="r" t="t"/>
              <a:pathLst>
                <a:path extrusionOk="0" h="150" w="45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4269" y="2321"/>
              <a:ext cx="218" cy="433"/>
            </a:xfrm>
            <a:custGeom>
              <a:rect b="b" l="l" r="r" t="t"/>
              <a:pathLst>
                <a:path extrusionOk="0" h="183" w="92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4366" y="2333"/>
              <a:ext cx="111" cy="355"/>
            </a:xfrm>
            <a:custGeom>
              <a:rect b="b" l="l" r="r" t="t"/>
              <a:pathLst>
                <a:path extrusionOk="0" h="150" w="47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4253" y="2955"/>
              <a:ext cx="304" cy="481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3964" y="2577"/>
              <a:ext cx="305" cy="477"/>
            </a:xfrm>
            <a:custGeom>
              <a:rect b="b" l="l" r="r" t="t"/>
              <a:pathLst>
                <a:path extrusionOk="0" h="202" w="129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4262" y="3590"/>
              <a:ext cx="305" cy="479"/>
            </a:xfrm>
            <a:custGeom>
              <a:rect b="b" l="l" r="r" t="t"/>
              <a:pathLst>
                <a:path extrusionOk="0" h="203" w="129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3972" y="3122"/>
              <a:ext cx="304" cy="475"/>
            </a:xfrm>
            <a:custGeom>
              <a:rect b="b" l="l" r="r" t="t"/>
              <a:pathLst>
                <a:path extrusionOk="0" h="201" w="129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3981" y="3595"/>
              <a:ext cx="305" cy="482"/>
            </a:xfrm>
            <a:custGeom>
              <a:rect b="b" l="l" r="r" t="t"/>
              <a:pathLst>
                <a:path extrusionOk="0" h="204" w="129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4253" y="2385"/>
              <a:ext cx="304" cy="482"/>
            </a:xfrm>
            <a:custGeom>
              <a:rect b="b" l="l" r="r" t="t"/>
              <a:pathLst>
                <a:path extrusionOk="0" h="204" w="129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3950" y="1946"/>
              <a:ext cx="305" cy="484"/>
            </a:xfrm>
            <a:custGeom>
              <a:rect b="b" l="l" r="r" t="t"/>
              <a:pathLst>
                <a:path extrusionOk="0" h="205" w="129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4253" y="1747"/>
              <a:ext cx="304" cy="478"/>
            </a:xfrm>
            <a:custGeom>
              <a:rect b="b" l="l" r="r" t="t"/>
              <a:pathLst>
                <a:path extrusionOk="0" h="202" w="129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4248" y="1211"/>
              <a:ext cx="307" cy="475"/>
            </a:xfrm>
            <a:custGeom>
              <a:rect b="b" l="l" r="r" t="t"/>
              <a:pathLst>
                <a:path extrusionOk="0" h="201" w="130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3990" y="1381"/>
              <a:ext cx="274" cy="428"/>
            </a:xfrm>
            <a:custGeom>
              <a:rect b="b" l="l" r="r" t="t"/>
              <a:pathLst>
                <a:path extrusionOk="0" h="181" w="116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3993" y="2577"/>
              <a:ext cx="260" cy="474"/>
            </a:xfrm>
            <a:custGeom>
              <a:rect b="b" l="l" r="r" t="t"/>
              <a:pathLst>
                <a:path extrusionOk="0" h="201" w="110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3979" y="1962"/>
              <a:ext cx="257" cy="478"/>
            </a:xfrm>
            <a:custGeom>
              <a:rect b="b" l="l" r="r" t="t"/>
              <a:pathLst>
                <a:path extrusionOk="0" h="202" w="109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4019" y="1388"/>
              <a:ext cx="229" cy="421"/>
            </a:xfrm>
            <a:custGeom>
              <a:rect b="b" l="l" r="r" t="t"/>
              <a:pathLst>
                <a:path extrusionOk="0" h="178" w="97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4248" y="1240"/>
              <a:ext cx="276" cy="448"/>
            </a:xfrm>
            <a:custGeom>
              <a:rect b="b" l="l" r="r" t="t"/>
              <a:pathLst>
                <a:path extrusionOk="0" h="190" w="117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4253" y="1766"/>
              <a:ext cx="274" cy="449"/>
            </a:xfrm>
            <a:custGeom>
              <a:rect b="b" l="l" r="r" t="t"/>
              <a:pathLst>
                <a:path extrusionOk="0" h="190" w="116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4253" y="2407"/>
              <a:ext cx="271" cy="441"/>
            </a:xfrm>
            <a:custGeom>
              <a:rect b="b" l="l" r="r" t="t"/>
              <a:pathLst>
                <a:path extrusionOk="0" h="187" w="115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4364" y="2647"/>
              <a:ext cx="2" cy="3"/>
            </a:xfrm>
            <a:custGeom>
              <a:rect b="b" l="l" r="r" t="t"/>
              <a:pathLst>
                <a:path extrusionOk="0" h="3" w="2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4262" y="2959"/>
              <a:ext cx="267" cy="444"/>
            </a:xfrm>
            <a:custGeom>
              <a:rect b="b" l="l" r="r" t="t"/>
              <a:pathLst>
                <a:path extrusionOk="0" h="188" w="113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4269" y="3621"/>
              <a:ext cx="267" cy="441"/>
            </a:xfrm>
            <a:custGeom>
              <a:rect b="b" l="l" r="r" t="t"/>
              <a:pathLst>
                <a:path extrusionOk="0" h="187" w="113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4002" y="3099"/>
              <a:ext cx="260" cy="472"/>
            </a:xfrm>
            <a:custGeom>
              <a:rect b="b" l="l" r="r" t="t"/>
              <a:pathLst>
                <a:path extrusionOk="0" h="200" w="11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4009" y="3609"/>
              <a:ext cx="260" cy="475"/>
            </a:xfrm>
            <a:custGeom>
              <a:rect b="b" l="l" r="r" t="t"/>
              <a:pathLst>
                <a:path extrusionOk="0" h="201" w="110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4227" y="1606"/>
              <a:ext cx="59" cy="2471"/>
            </a:xfrm>
            <a:custGeom>
              <a:rect b="b" l="l" r="r" t="t"/>
              <a:pathLst>
                <a:path extrusionOk="0" h="1046" w="25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541" name="Google Shape;541;p7"/>
          <p:cNvGrpSpPr/>
          <p:nvPr/>
        </p:nvGrpSpPr>
        <p:grpSpPr>
          <a:xfrm>
            <a:off x="10514012" y="2438400"/>
            <a:ext cx="1485016" cy="2195929"/>
            <a:chOff x="3369" y="1563"/>
            <a:chExt cx="940" cy="1390"/>
          </a:xfrm>
        </p:grpSpPr>
        <p:sp>
          <p:nvSpPr>
            <p:cNvPr id="542" name="Google Shape;542;p7"/>
            <p:cNvSpPr/>
            <p:nvPr/>
          </p:nvSpPr>
          <p:spPr>
            <a:xfrm>
              <a:off x="3539" y="1906"/>
              <a:ext cx="192" cy="212"/>
            </a:xfrm>
            <a:custGeom>
              <a:rect b="b" l="l" r="r" t="t"/>
              <a:pathLst>
                <a:path extrusionOk="0" h="90" w="81">
                  <a:moveTo>
                    <a:pt x="81" y="73"/>
                  </a:moveTo>
                  <a:cubicBezTo>
                    <a:pt x="81" y="73"/>
                    <a:pt x="74" y="21"/>
                    <a:pt x="44" y="7"/>
                  </a:cubicBezTo>
                  <a:cubicBezTo>
                    <a:pt x="29" y="0"/>
                    <a:pt x="0" y="14"/>
                    <a:pt x="0" y="21"/>
                  </a:cubicBezTo>
                  <a:cubicBezTo>
                    <a:pt x="8" y="21"/>
                    <a:pt x="21" y="19"/>
                    <a:pt x="21" y="19"/>
                  </a:cubicBezTo>
                  <a:cubicBezTo>
                    <a:pt x="21" y="19"/>
                    <a:pt x="26" y="58"/>
                    <a:pt x="53" y="76"/>
                  </a:cubicBezTo>
                  <a:cubicBezTo>
                    <a:pt x="74" y="90"/>
                    <a:pt x="81" y="73"/>
                    <a:pt x="81" y="7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3603" y="1925"/>
              <a:ext cx="17" cy="16"/>
            </a:xfrm>
            <a:custGeom>
              <a:rect b="b" l="l" r="r" t="t"/>
              <a:pathLst>
                <a:path extrusionOk="0" h="7" w="7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3636" y="1889"/>
              <a:ext cx="26" cy="31"/>
            </a:xfrm>
            <a:custGeom>
              <a:rect b="b" l="l" r="r" t="t"/>
              <a:pathLst>
                <a:path extrusionOk="0" h="13" w="11">
                  <a:moveTo>
                    <a:pt x="0" y="13"/>
                  </a:moveTo>
                  <a:cubicBezTo>
                    <a:pt x="0" y="13"/>
                    <a:pt x="8" y="5"/>
                    <a:pt x="8" y="0"/>
                  </a:cubicBezTo>
                  <a:cubicBezTo>
                    <a:pt x="11" y="5"/>
                    <a:pt x="10" y="13"/>
                    <a:pt x="0" y="1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3622" y="1889"/>
              <a:ext cx="28" cy="36"/>
            </a:xfrm>
            <a:custGeom>
              <a:rect b="b" l="l" r="r" t="t"/>
              <a:pathLst>
                <a:path extrusionOk="0" h="15" w="12">
                  <a:moveTo>
                    <a:pt x="5" y="15"/>
                  </a:moveTo>
                  <a:cubicBezTo>
                    <a:pt x="5" y="15"/>
                    <a:pt x="4" y="3"/>
                    <a:pt x="0" y="0"/>
                  </a:cubicBezTo>
                  <a:cubicBezTo>
                    <a:pt x="7" y="1"/>
                    <a:pt x="12" y="7"/>
                    <a:pt x="5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4061" y="1915"/>
              <a:ext cx="191" cy="210"/>
            </a:xfrm>
            <a:custGeom>
              <a:rect b="b" l="l" r="r" t="t"/>
              <a:pathLst>
                <a:path extrusionOk="0" h="89" w="81">
                  <a:moveTo>
                    <a:pt x="0" y="72"/>
                  </a:moveTo>
                  <a:cubicBezTo>
                    <a:pt x="0" y="72"/>
                    <a:pt x="7" y="21"/>
                    <a:pt x="37" y="7"/>
                  </a:cubicBezTo>
                  <a:cubicBezTo>
                    <a:pt x="52" y="0"/>
                    <a:pt x="81" y="13"/>
                    <a:pt x="81" y="20"/>
                  </a:cubicBezTo>
                  <a:cubicBezTo>
                    <a:pt x="73" y="21"/>
                    <a:pt x="60" y="18"/>
                    <a:pt x="60" y="18"/>
                  </a:cubicBezTo>
                  <a:cubicBezTo>
                    <a:pt x="60" y="18"/>
                    <a:pt x="56" y="57"/>
                    <a:pt x="28" y="76"/>
                  </a:cubicBezTo>
                  <a:cubicBezTo>
                    <a:pt x="8" y="89"/>
                    <a:pt x="0" y="72"/>
                    <a:pt x="0" y="72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4163" y="2189"/>
              <a:ext cx="19" cy="19"/>
            </a:xfrm>
            <a:custGeom>
              <a:rect b="b" l="l" r="r" t="t"/>
              <a:pathLst>
                <a:path extrusionOk="0" h="8" w="8">
                  <a:moveTo>
                    <a:pt x="0" y="4"/>
                  </a:move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5"/>
                  </a:cubicBezTo>
                  <a:cubicBezTo>
                    <a:pt x="8" y="2"/>
                    <a:pt x="6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4132" y="1899"/>
              <a:ext cx="26" cy="33"/>
            </a:xfrm>
            <a:custGeom>
              <a:rect b="b" l="l" r="r" t="t"/>
              <a:pathLst>
                <a:path extrusionOk="0" h="14" w="11">
                  <a:moveTo>
                    <a:pt x="11" y="14"/>
                  </a:moveTo>
                  <a:cubicBezTo>
                    <a:pt x="11" y="14"/>
                    <a:pt x="3" y="4"/>
                    <a:pt x="3" y="0"/>
                  </a:cubicBezTo>
                  <a:cubicBezTo>
                    <a:pt x="0" y="4"/>
                    <a:pt x="1" y="13"/>
                    <a:pt x="11" y="14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4144" y="1896"/>
              <a:ext cx="26" cy="36"/>
            </a:xfrm>
            <a:custGeom>
              <a:rect b="b" l="l" r="r" t="t"/>
              <a:pathLst>
                <a:path extrusionOk="0" h="15" w="11">
                  <a:moveTo>
                    <a:pt x="7" y="15"/>
                  </a:moveTo>
                  <a:cubicBezTo>
                    <a:pt x="7" y="15"/>
                    <a:pt x="8" y="4"/>
                    <a:pt x="11" y="0"/>
                  </a:cubicBezTo>
                  <a:cubicBezTo>
                    <a:pt x="5" y="1"/>
                    <a:pt x="0" y="8"/>
                    <a:pt x="7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3369" y="2088"/>
              <a:ext cx="140" cy="94"/>
            </a:xfrm>
            <a:custGeom>
              <a:rect b="b" l="l" r="r" t="t"/>
              <a:pathLst>
                <a:path extrusionOk="0" h="40" w="59">
                  <a:moveTo>
                    <a:pt x="49" y="1"/>
                  </a:moveTo>
                  <a:cubicBezTo>
                    <a:pt x="49" y="1"/>
                    <a:pt x="21" y="0"/>
                    <a:pt x="6" y="9"/>
                  </a:cubicBezTo>
                  <a:cubicBezTo>
                    <a:pt x="16" y="9"/>
                    <a:pt x="22" y="12"/>
                    <a:pt x="22" y="12"/>
                  </a:cubicBezTo>
                  <a:cubicBezTo>
                    <a:pt x="22" y="12"/>
                    <a:pt x="1" y="18"/>
                    <a:pt x="0" y="28"/>
                  </a:cubicBezTo>
                  <a:cubicBezTo>
                    <a:pt x="13" y="22"/>
                    <a:pt x="29" y="21"/>
                    <a:pt x="29" y="21"/>
                  </a:cubicBezTo>
                  <a:cubicBezTo>
                    <a:pt x="29" y="21"/>
                    <a:pt x="16" y="31"/>
                    <a:pt x="15" y="40"/>
                  </a:cubicBezTo>
                  <a:cubicBezTo>
                    <a:pt x="27" y="34"/>
                    <a:pt x="41" y="26"/>
                    <a:pt x="49" y="25"/>
                  </a:cubicBezTo>
                  <a:cubicBezTo>
                    <a:pt x="59" y="24"/>
                    <a:pt x="48" y="5"/>
                    <a:pt x="48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4172" y="2102"/>
              <a:ext cx="137" cy="94"/>
            </a:xfrm>
            <a:custGeom>
              <a:rect b="b" l="l" r="r" t="t"/>
              <a:pathLst>
                <a:path extrusionOk="0" h="40" w="58">
                  <a:moveTo>
                    <a:pt x="8" y="2"/>
                  </a:moveTo>
                  <a:cubicBezTo>
                    <a:pt x="8" y="2"/>
                    <a:pt x="38" y="0"/>
                    <a:pt x="52" y="9"/>
                  </a:cubicBezTo>
                  <a:cubicBezTo>
                    <a:pt x="41" y="9"/>
                    <a:pt x="35" y="12"/>
                    <a:pt x="35" y="12"/>
                  </a:cubicBezTo>
                  <a:cubicBezTo>
                    <a:pt x="35" y="12"/>
                    <a:pt x="57" y="18"/>
                    <a:pt x="58" y="28"/>
                  </a:cubicBezTo>
                  <a:cubicBezTo>
                    <a:pt x="45" y="22"/>
                    <a:pt x="28" y="21"/>
                    <a:pt x="28" y="21"/>
                  </a:cubicBezTo>
                  <a:cubicBezTo>
                    <a:pt x="28" y="21"/>
                    <a:pt x="42" y="31"/>
                    <a:pt x="43" y="40"/>
                  </a:cubicBezTo>
                  <a:cubicBezTo>
                    <a:pt x="31" y="34"/>
                    <a:pt x="17" y="26"/>
                    <a:pt x="8" y="25"/>
                  </a:cubicBezTo>
                  <a:cubicBezTo>
                    <a:pt x="0" y="24"/>
                    <a:pt x="9" y="5"/>
                    <a:pt x="9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3815" y="2414"/>
              <a:ext cx="64" cy="539"/>
            </a:xfrm>
            <a:custGeom>
              <a:rect b="b" l="l" r="r" t="t"/>
              <a:pathLst>
                <a:path extrusionOk="0" h="368" w="52">
                  <a:moveTo>
                    <a:pt x="52" y="0"/>
                  </a:moveTo>
                  <a:lnTo>
                    <a:pt x="43" y="368"/>
                  </a:lnTo>
                  <a:lnTo>
                    <a:pt x="0" y="368"/>
                  </a:lnTo>
                  <a:lnTo>
                    <a:pt x="5" y="26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679" y="2388"/>
              <a:ext cx="304" cy="153"/>
            </a:xfrm>
            <a:custGeom>
              <a:rect b="b" l="l" r="r" t="t"/>
              <a:pathLst>
                <a:path extrusionOk="0" h="65" w="129">
                  <a:moveTo>
                    <a:pt x="110" y="9"/>
                  </a:moveTo>
                  <a:cubicBezTo>
                    <a:pt x="112" y="12"/>
                    <a:pt x="129" y="28"/>
                    <a:pt x="127" y="43"/>
                  </a:cubicBezTo>
                  <a:cubicBezTo>
                    <a:pt x="122" y="36"/>
                    <a:pt x="114" y="33"/>
                    <a:pt x="114" y="33"/>
                  </a:cubicBezTo>
                  <a:cubicBezTo>
                    <a:pt x="114" y="33"/>
                    <a:pt x="118" y="43"/>
                    <a:pt x="113" y="58"/>
                  </a:cubicBezTo>
                  <a:cubicBezTo>
                    <a:pt x="110" y="48"/>
                    <a:pt x="100" y="44"/>
                    <a:pt x="100" y="44"/>
                  </a:cubicBezTo>
                  <a:cubicBezTo>
                    <a:pt x="100" y="44"/>
                    <a:pt x="95" y="58"/>
                    <a:pt x="95" y="63"/>
                  </a:cubicBezTo>
                  <a:cubicBezTo>
                    <a:pt x="85" y="51"/>
                    <a:pt x="90" y="37"/>
                    <a:pt x="90" y="37"/>
                  </a:cubicBezTo>
                  <a:cubicBezTo>
                    <a:pt x="90" y="37"/>
                    <a:pt x="77" y="58"/>
                    <a:pt x="77" y="64"/>
                  </a:cubicBezTo>
                  <a:cubicBezTo>
                    <a:pt x="68" y="56"/>
                    <a:pt x="74" y="42"/>
                    <a:pt x="74" y="42"/>
                  </a:cubicBezTo>
                  <a:cubicBezTo>
                    <a:pt x="74" y="42"/>
                    <a:pt x="55" y="61"/>
                    <a:pt x="55" y="65"/>
                  </a:cubicBezTo>
                  <a:cubicBezTo>
                    <a:pt x="46" y="57"/>
                    <a:pt x="53" y="43"/>
                    <a:pt x="55" y="39"/>
                  </a:cubicBezTo>
                  <a:cubicBezTo>
                    <a:pt x="58" y="36"/>
                    <a:pt x="43" y="43"/>
                    <a:pt x="42" y="54"/>
                  </a:cubicBezTo>
                  <a:cubicBezTo>
                    <a:pt x="30" y="51"/>
                    <a:pt x="36" y="34"/>
                    <a:pt x="36" y="34"/>
                  </a:cubicBezTo>
                  <a:cubicBezTo>
                    <a:pt x="36" y="34"/>
                    <a:pt x="18" y="43"/>
                    <a:pt x="16" y="57"/>
                  </a:cubicBezTo>
                  <a:cubicBezTo>
                    <a:pt x="4" y="51"/>
                    <a:pt x="18" y="28"/>
                    <a:pt x="18" y="28"/>
                  </a:cubicBezTo>
                  <a:cubicBezTo>
                    <a:pt x="18" y="28"/>
                    <a:pt x="2" y="39"/>
                    <a:pt x="1" y="43"/>
                  </a:cubicBezTo>
                  <a:cubicBezTo>
                    <a:pt x="0" y="28"/>
                    <a:pt x="8" y="26"/>
                    <a:pt x="16" y="21"/>
                  </a:cubicBezTo>
                  <a:cubicBezTo>
                    <a:pt x="23" y="15"/>
                    <a:pt x="70" y="0"/>
                    <a:pt x="70" y="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457" y="2073"/>
              <a:ext cx="779" cy="357"/>
            </a:xfrm>
            <a:custGeom>
              <a:rect b="b" l="l" r="r" t="t"/>
              <a:pathLst>
                <a:path extrusionOk="0" h="151" w="330">
                  <a:moveTo>
                    <a:pt x="193" y="0"/>
                  </a:moveTo>
                  <a:cubicBezTo>
                    <a:pt x="260" y="3"/>
                    <a:pt x="260" y="3"/>
                    <a:pt x="260" y="3"/>
                  </a:cubicBezTo>
                  <a:cubicBezTo>
                    <a:pt x="260" y="3"/>
                    <a:pt x="308" y="1"/>
                    <a:pt x="320" y="7"/>
                  </a:cubicBezTo>
                  <a:cubicBezTo>
                    <a:pt x="328" y="11"/>
                    <a:pt x="330" y="29"/>
                    <a:pt x="322" y="42"/>
                  </a:cubicBezTo>
                  <a:cubicBezTo>
                    <a:pt x="312" y="59"/>
                    <a:pt x="222" y="34"/>
                    <a:pt x="218" y="40"/>
                  </a:cubicBezTo>
                  <a:cubicBezTo>
                    <a:pt x="212" y="52"/>
                    <a:pt x="240" y="125"/>
                    <a:pt x="224" y="137"/>
                  </a:cubicBezTo>
                  <a:cubicBezTo>
                    <a:pt x="208" y="149"/>
                    <a:pt x="109" y="151"/>
                    <a:pt x="101" y="143"/>
                  </a:cubicBezTo>
                  <a:cubicBezTo>
                    <a:pt x="86" y="128"/>
                    <a:pt x="108" y="60"/>
                    <a:pt x="101" y="39"/>
                  </a:cubicBezTo>
                  <a:cubicBezTo>
                    <a:pt x="97" y="27"/>
                    <a:pt x="17" y="71"/>
                    <a:pt x="9" y="34"/>
                  </a:cubicBezTo>
                  <a:cubicBezTo>
                    <a:pt x="8" y="27"/>
                    <a:pt x="0" y="4"/>
                    <a:pt x="13" y="3"/>
                  </a:cubicBezTo>
                  <a:cubicBezTo>
                    <a:pt x="26" y="1"/>
                    <a:pt x="137" y="1"/>
                    <a:pt x="137" y="1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lose/>
                </a:path>
              </a:pathLst>
            </a:custGeom>
            <a:solidFill>
              <a:srgbClr val="3FC1F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6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702" y="1828"/>
              <a:ext cx="300" cy="304"/>
            </a:xfrm>
            <a:custGeom>
              <a:rect b="b" l="l" r="r" t="t"/>
              <a:pathLst>
                <a:path extrusionOk="0" h="129" w="127">
                  <a:moveTo>
                    <a:pt x="63" y="3"/>
                  </a:moveTo>
                  <a:cubicBezTo>
                    <a:pt x="89" y="4"/>
                    <a:pt x="127" y="1"/>
                    <a:pt x="120" y="65"/>
                  </a:cubicBezTo>
                  <a:cubicBezTo>
                    <a:pt x="113" y="129"/>
                    <a:pt x="0" y="109"/>
                    <a:pt x="3" y="61"/>
                  </a:cubicBezTo>
                  <a:cubicBezTo>
                    <a:pt x="5" y="12"/>
                    <a:pt x="19" y="0"/>
                    <a:pt x="63" y="3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679" y="2043"/>
              <a:ext cx="311" cy="115"/>
            </a:xfrm>
            <a:custGeom>
              <a:rect b="b" l="l" r="r" t="t"/>
              <a:pathLst>
                <a:path extrusionOk="0" h="49" w="132">
                  <a:moveTo>
                    <a:pt x="83" y="0"/>
                  </a:moveTo>
                  <a:cubicBezTo>
                    <a:pt x="83" y="0"/>
                    <a:pt x="132" y="13"/>
                    <a:pt x="127" y="27"/>
                  </a:cubicBezTo>
                  <a:cubicBezTo>
                    <a:pt x="115" y="22"/>
                    <a:pt x="109" y="15"/>
                    <a:pt x="94" y="19"/>
                  </a:cubicBezTo>
                  <a:cubicBezTo>
                    <a:pt x="99" y="25"/>
                    <a:pt x="97" y="41"/>
                    <a:pt x="93" y="49"/>
                  </a:cubicBezTo>
                  <a:cubicBezTo>
                    <a:pt x="86" y="36"/>
                    <a:pt x="78" y="26"/>
                    <a:pt x="69" y="21"/>
                  </a:cubicBezTo>
                  <a:cubicBezTo>
                    <a:pt x="61" y="26"/>
                    <a:pt x="52" y="36"/>
                    <a:pt x="47" y="47"/>
                  </a:cubicBezTo>
                  <a:cubicBezTo>
                    <a:pt x="42" y="38"/>
                    <a:pt x="41" y="28"/>
                    <a:pt x="38" y="18"/>
                  </a:cubicBezTo>
                  <a:cubicBezTo>
                    <a:pt x="24" y="19"/>
                    <a:pt x="7" y="23"/>
                    <a:pt x="0" y="26"/>
                  </a:cubicBezTo>
                  <a:cubicBezTo>
                    <a:pt x="21" y="3"/>
                    <a:pt x="49" y="0"/>
                    <a:pt x="49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665" y="2376"/>
              <a:ext cx="325" cy="113"/>
            </a:xfrm>
            <a:custGeom>
              <a:rect b="b" l="l" r="r" t="t"/>
              <a:pathLst>
                <a:path extrusionOk="0" h="48" w="138">
                  <a:moveTo>
                    <a:pt x="107" y="0"/>
                  </a:moveTo>
                  <a:cubicBezTo>
                    <a:pt x="107" y="0"/>
                    <a:pt x="138" y="16"/>
                    <a:pt x="133" y="24"/>
                  </a:cubicBezTo>
                  <a:cubicBezTo>
                    <a:pt x="125" y="20"/>
                    <a:pt x="117" y="19"/>
                    <a:pt x="113" y="22"/>
                  </a:cubicBezTo>
                  <a:cubicBezTo>
                    <a:pt x="114" y="28"/>
                    <a:pt x="117" y="45"/>
                    <a:pt x="111" y="48"/>
                  </a:cubicBezTo>
                  <a:cubicBezTo>
                    <a:pt x="104" y="41"/>
                    <a:pt x="85" y="28"/>
                    <a:pt x="75" y="31"/>
                  </a:cubicBezTo>
                  <a:cubicBezTo>
                    <a:pt x="71" y="32"/>
                    <a:pt x="68" y="38"/>
                    <a:pt x="66" y="46"/>
                  </a:cubicBezTo>
                  <a:cubicBezTo>
                    <a:pt x="59" y="46"/>
                    <a:pt x="51" y="30"/>
                    <a:pt x="44" y="30"/>
                  </a:cubicBezTo>
                  <a:cubicBezTo>
                    <a:pt x="38" y="30"/>
                    <a:pt x="29" y="35"/>
                    <a:pt x="24" y="44"/>
                  </a:cubicBezTo>
                  <a:cubicBezTo>
                    <a:pt x="20" y="43"/>
                    <a:pt x="17" y="36"/>
                    <a:pt x="20" y="27"/>
                  </a:cubicBezTo>
                  <a:cubicBezTo>
                    <a:pt x="17" y="25"/>
                    <a:pt x="10" y="27"/>
                    <a:pt x="3" y="31"/>
                  </a:cubicBezTo>
                  <a:cubicBezTo>
                    <a:pt x="0" y="25"/>
                    <a:pt x="22" y="11"/>
                    <a:pt x="22" y="1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3FC1F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650" y="1563"/>
              <a:ext cx="399" cy="369"/>
            </a:xfrm>
            <a:custGeom>
              <a:rect b="b" l="l" r="r" t="t"/>
              <a:pathLst>
                <a:path extrusionOk="0" h="156" w="169">
                  <a:moveTo>
                    <a:pt x="169" y="129"/>
                  </a:moveTo>
                  <a:cubicBezTo>
                    <a:pt x="161" y="142"/>
                    <a:pt x="135" y="147"/>
                    <a:pt x="107" y="141"/>
                  </a:cubicBezTo>
                  <a:cubicBezTo>
                    <a:pt x="79" y="135"/>
                    <a:pt x="25" y="156"/>
                    <a:pt x="2" y="127"/>
                  </a:cubicBezTo>
                  <a:cubicBezTo>
                    <a:pt x="17" y="120"/>
                    <a:pt x="53" y="111"/>
                    <a:pt x="53" y="111"/>
                  </a:cubicBezTo>
                  <a:cubicBezTo>
                    <a:pt x="49" y="102"/>
                    <a:pt x="65" y="59"/>
                    <a:pt x="54" y="47"/>
                  </a:cubicBezTo>
                  <a:cubicBezTo>
                    <a:pt x="45" y="37"/>
                    <a:pt x="26" y="54"/>
                    <a:pt x="16" y="44"/>
                  </a:cubicBezTo>
                  <a:cubicBezTo>
                    <a:pt x="3" y="33"/>
                    <a:pt x="17" y="13"/>
                    <a:pt x="15" y="10"/>
                  </a:cubicBezTo>
                  <a:cubicBezTo>
                    <a:pt x="13" y="6"/>
                    <a:pt x="0" y="5"/>
                    <a:pt x="0" y="5"/>
                  </a:cubicBezTo>
                  <a:cubicBezTo>
                    <a:pt x="0" y="5"/>
                    <a:pt x="18" y="0"/>
                    <a:pt x="22" y="4"/>
                  </a:cubicBezTo>
                  <a:cubicBezTo>
                    <a:pt x="26" y="6"/>
                    <a:pt x="19" y="24"/>
                    <a:pt x="20" y="29"/>
                  </a:cubicBezTo>
                  <a:cubicBezTo>
                    <a:pt x="21" y="34"/>
                    <a:pt x="23" y="38"/>
                    <a:pt x="26" y="39"/>
                  </a:cubicBezTo>
                  <a:cubicBezTo>
                    <a:pt x="29" y="40"/>
                    <a:pt x="42" y="31"/>
                    <a:pt x="58" y="31"/>
                  </a:cubicBezTo>
                  <a:cubicBezTo>
                    <a:pt x="95" y="30"/>
                    <a:pt x="108" y="76"/>
                    <a:pt x="111" y="84"/>
                  </a:cubicBezTo>
                  <a:cubicBezTo>
                    <a:pt x="112" y="90"/>
                    <a:pt x="119" y="107"/>
                    <a:pt x="116" y="111"/>
                  </a:cubicBezTo>
                </a:path>
              </a:pathLst>
            </a:custGeom>
            <a:solidFill>
              <a:srgbClr val="3FC1F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6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863" y="1920"/>
              <a:ext cx="66" cy="40"/>
            </a:xfrm>
            <a:custGeom>
              <a:rect b="b" l="l" r="r" t="t"/>
              <a:pathLst>
                <a:path extrusionOk="0" h="17" w="28">
                  <a:moveTo>
                    <a:pt x="21" y="0"/>
                  </a:moveTo>
                  <a:cubicBezTo>
                    <a:pt x="21" y="0"/>
                    <a:pt x="28" y="17"/>
                    <a:pt x="13" y="17"/>
                  </a:cubicBezTo>
                  <a:cubicBezTo>
                    <a:pt x="0" y="17"/>
                    <a:pt x="4" y="0"/>
                    <a:pt x="4" y="0"/>
                  </a:cubicBezTo>
                  <a:cubicBezTo>
                    <a:pt x="4" y="0"/>
                    <a:pt x="6" y="13"/>
                    <a:pt x="15" y="12"/>
                  </a:cubicBezTo>
                  <a:cubicBezTo>
                    <a:pt x="19" y="12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780" y="1920"/>
              <a:ext cx="62" cy="40"/>
            </a:xfrm>
            <a:custGeom>
              <a:rect b="b" l="l" r="r" t="t"/>
              <a:pathLst>
                <a:path extrusionOk="0" h="17" w="26">
                  <a:moveTo>
                    <a:pt x="20" y="0"/>
                  </a:moveTo>
                  <a:cubicBezTo>
                    <a:pt x="20" y="0"/>
                    <a:pt x="26" y="17"/>
                    <a:pt x="12" y="17"/>
                  </a:cubicBezTo>
                  <a:cubicBezTo>
                    <a:pt x="0" y="17"/>
                    <a:pt x="3" y="0"/>
                    <a:pt x="3" y="0"/>
                  </a:cubicBezTo>
                  <a:cubicBezTo>
                    <a:pt x="3" y="0"/>
                    <a:pt x="6" y="13"/>
                    <a:pt x="13" y="12"/>
                  </a:cubicBezTo>
                  <a:cubicBezTo>
                    <a:pt x="18" y="12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09" y="1948"/>
              <a:ext cx="291" cy="130"/>
            </a:xfrm>
            <a:custGeom>
              <a:rect b="b" l="l" r="r" t="t"/>
              <a:pathLst>
                <a:path extrusionOk="0" h="55" w="123">
                  <a:moveTo>
                    <a:pt x="0" y="17"/>
                  </a:moveTo>
                  <a:cubicBezTo>
                    <a:pt x="0" y="17"/>
                    <a:pt x="8" y="50"/>
                    <a:pt x="39" y="52"/>
                  </a:cubicBezTo>
                  <a:cubicBezTo>
                    <a:pt x="66" y="52"/>
                    <a:pt x="96" y="55"/>
                    <a:pt x="111" y="32"/>
                  </a:cubicBezTo>
                  <a:cubicBezTo>
                    <a:pt x="123" y="14"/>
                    <a:pt x="118" y="0"/>
                    <a:pt x="118" y="0"/>
                  </a:cubicBezTo>
                  <a:cubicBezTo>
                    <a:pt x="118" y="0"/>
                    <a:pt x="116" y="36"/>
                    <a:pt x="89" y="42"/>
                  </a:cubicBezTo>
                  <a:cubicBezTo>
                    <a:pt x="66" y="48"/>
                    <a:pt x="42" y="45"/>
                    <a:pt x="28" y="41"/>
                  </a:cubicBezTo>
                  <a:cubicBezTo>
                    <a:pt x="12" y="3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745" y="1981"/>
              <a:ext cx="196" cy="29"/>
            </a:xfrm>
            <a:custGeom>
              <a:rect b="b" l="l" r="r" t="t"/>
              <a:pathLst>
                <a:path extrusionOk="0" h="12" w="83">
                  <a:moveTo>
                    <a:pt x="78" y="3"/>
                  </a:moveTo>
                  <a:cubicBezTo>
                    <a:pt x="78" y="3"/>
                    <a:pt x="64" y="8"/>
                    <a:pt x="40" y="7"/>
                  </a:cubicBezTo>
                  <a:cubicBezTo>
                    <a:pt x="16" y="6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8" y="12"/>
                    <a:pt x="39" y="12"/>
                  </a:cubicBezTo>
                  <a:cubicBezTo>
                    <a:pt x="59" y="12"/>
                    <a:pt x="83" y="5"/>
                    <a:pt x="83" y="5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721" y="1943"/>
              <a:ext cx="59" cy="55"/>
            </a:xfrm>
            <a:custGeom>
              <a:rect b="b" l="l" r="r" t="t"/>
              <a:pathLst>
                <a:path extrusionOk="0" h="23" w="25">
                  <a:moveTo>
                    <a:pt x="10" y="4"/>
                  </a:moveTo>
                  <a:cubicBezTo>
                    <a:pt x="10" y="4"/>
                    <a:pt x="16" y="0"/>
                    <a:pt x="20" y="8"/>
                  </a:cubicBezTo>
                  <a:cubicBezTo>
                    <a:pt x="25" y="15"/>
                    <a:pt x="21" y="23"/>
                    <a:pt x="14" y="22"/>
                  </a:cubicBezTo>
                  <a:cubicBezTo>
                    <a:pt x="5" y="21"/>
                    <a:pt x="0" y="9"/>
                    <a:pt x="10" y="4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3912" y="1960"/>
              <a:ext cx="50" cy="52"/>
            </a:xfrm>
            <a:custGeom>
              <a:rect b="b" l="l" r="r" t="t"/>
              <a:pathLst>
                <a:path extrusionOk="0" h="22" w="21">
                  <a:moveTo>
                    <a:pt x="13" y="1"/>
                  </a:moveTo>
                  <a:cubicBezTo>
                    <a:pt x="13" y="1"/>
                    <a:pt x="20" y="0"/>
                    <a:pt x="21" y="9"/>
                  </a:cubicBezTo>
                  <a:cubicBezTo>
                    <a:pt x="21" y="17"/>
                    <a:pt x="13" y="22"/>
                    <a:pt x="7" y="17"/>
                  </a:cubicBezTo>
                  <a:cubicBezTo>
                    <a:pt x="0" y="13"/>
                    <a:pt x="2" y="0"/>
                    <a:pt x="13" y="1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3724" y="2187"/>
              <a:ext cx="103" cy="116"/>
            </a:xfrm>
            <a:custGeom>
              <a:rect b="b" l="l" r="r" t="t"/>
              <a:pathLst>
                <a:path extrusionOk="0" h="49" w="44">
                  <a:moveTo>
                    <a:pt x="3" y="3"/>
                  </a:moveTo>
                  <a:cubicBezTo>
                    <a:pt x="3" y="3"/>
                    <a:pt x="37" y="0"/>
                    <a:pt x="38" y="4"/>
                  </a:cubicBezTo>
                  <a:cubicBezTo>
                    <a:pt x="39" y="6"/>
                    <a:pt x="44" y="43"/>
                    <a:pt x="37" y="45"/>
                  </a:cubicBezTo>
                  <a:cubicBezTo>
                    <a:pt x="30" y="49"/>
                    <a:pt x="1" y="49"/>
                    <a:pt x="1" y="41"/>
                  </a:cubicBezTo>
                  <a:cubicBezTo>
                    <a:pt x="1" y="32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0D8E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C1F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3768" y="1754"/>
              <a:ext cx="163" cy="88"/>
            </a:xfrm>
            <a:custGeom>
              <a:rect b="b" l="l" r="r" t="t"/>
              <a:pathLst>
                <a:path extrusionOk="0" h="37" w="69">
                  <a:moveTo>
                    <a:pt x="66" y="31"/>
                  </a:moveTo>
                  <a:cubicBezTo>
                    <a:pt x="66" y="31"/>
                    <a:pt x="18" y="37"/>
                    <a:pt x="2" y="31"/>
                  </a:cubicBezTo>
                  <a:cubicBezTo>
                    <a:pt x="0" y="27"/>
                    <a:pt x="2" y="8"/>
                    <a:pt x="4" y="5"/>
                  </a:cubicBezTo>
                  <a:cubicBezTo>
                    <a:pt x="14" y="6"/>
                    <a:pt x="53" y="0"/>
                    <a:pt x="61" y="3"/>
                  </a:cubicBezTo>
                  <a:cubicBezTo>
                    <a:pt x="64" y="4"/>
                    <a:pt x="69" y="29"/>
                    <a:pt x="66" y="31"/>
                  </a:cubicBezTo>
                  <a:close/>
                </a:path>
              </a:pathLst>
            </a:custGeom>
            <a:solidFill>
              <a:srgbClr val="0D8E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C1F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3719" y="2407"/>
              <a:ext cx="243" cy="35"/>
            </a:xfrm>
            <a:custGeom>
              <a:rect b="b" l="l" r="r" t="t"/>
              <a:pathLst>
                <a:path extrusionOk="0" h="15" w="103">
                  <a:moveTo>
                    <a:pt x="103" y="0"/>
                  </a:moveTo>
                  <a:cubicBezTo>
                    <a:pt x="87" y="2"/>
                    <a:pt x="36" y="10"/>
                    <a:pt x="0" y="3"/>
                  </a:cubicBezTo>
                  <a:cubicBezTo>
                    <a:pt x="19" y="15"/>
                    <a:pt x="100" y="7"/>
                    <a:pt x="103" y="0"/>
                  </a:cubicBezTo>
                  <a:close/>
                </a:path>
              </a:pathLst>
            </a:custGeom>
            <a:solidFill>
              <a:srgbClr val="0D8E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3835" y="2116"/>
              <a:ext cx="14" cy="284"/>
            </a:xfrm>
            <a:custGeom>
              <a:rect b="b" l="l" r="r" t="t"/>
              <a:pathLst>
                <a:path extrusionOk="0" h="120" w="6">
                  <a:moveTo>
                    <a:pt x="1" y="0"/>
                  </a:moveTo>
                  <a:cubicBezTo>
                    <a:pt x="1" y="0"/>
                    <a:pt x="1" y="6"/>
                    <a:pt x="1" y="15"/>
                  </a:cubicBezTo>
                  <a:cubicBezTo>
                    <a:pt x="3" y="22"/>
                    <a:pt x="2" y="22"/>
                    <a:pt x="2" y="33"/>
                  </a:cubicBezTo>
                  <a:cubicBezTo>
                    <a:pt x="2" y="45"/>
                    <a:pt x="2" y="51"/>
                    <a:pt x="2" y="60"/>
                  </a:cubicBezTo>
                  <a:cubicBezTo>
                    <a:pt x="2" y="69"/>
                    <a:pt x="2" y="78"/>
                    <a:pt x="2" y="88"/>
                  </a:cubicBezTo>
                  <a:cubicBezTo>
                    <a:pt x="2" y="101"/>
                    <a:pt x="0" y="120"/>
                    <a:pt x="0" y="120"/>
                  </a:cubicBezTo>
                  <a:cubicBezTo>
                    <a:pt x="0" y="120"/>
                    <a:pt x="6" y="112"/>
                    <a:pt x="6" y="90"/>
                  </a:cubicBezTo>
                  <a:cubicBezTo>
                    <a:pt x="6" y="66"/>
                    <a:pt x="6" y="43"/>
                    <a:pt x="6" y="36"/>
                  </a:cubicBezTo>
                  <a:cubicBezTo>
                    <a:pt x="6" y="28"/>
                    <a:pt x="5" y="6"/>
                    <a:pt x="1" y="0"/>
                  </a:cubicBezTo>
                  <a:close/>
                </a:path>
              </a:pathLst>
            </a:custGeom>
            <a:solidFill>
              <a:srgbClr val="0D8E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4170" y="1941"/>
              <a:ext cx="19" cy="17"/>
            </a:xfrm>
            <a:custGeom>
              <a:rect b="b" l="l" r="r" t="t"/>
              <a:pathLst>
                <a:path extrusionOk="0" h="7" w="8">
                  <a:moveTo>
                    <a:pt x="8" y="3"/>
                  </a:moveTo>
                  <a:cubicBezTo>
                    <a:pt x="8" y="5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7" y="1"/>
                    <a:pt x="8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570" name="Google Shape;570;p7"/>
          <p:cNvGrpSpPr/>
          <p:nvPr/>
        </p:nvGrpSpPr>
        <p:grpSpPr>
          <a:xfrm>
            <a:off x="7988059" y="2988645"/>
            <a:ext cx="2439575" cy="3074765"/>
            <a:chOff x="2968" y="1107"/>
            <a:chExt cx="1736" cy="2188"/>
          </a:xfrm>
        </p:grpSpPr>
        <p:sp>
          <p:nvSpPr>
            <p:cNvPr id="571" name="Google Shape;571;p7"/>
            <p:cNvSpPr/>
            <p:nvPr/>
          </p:nvSpPr>
          <p:spPr>
            <a:xfrm>
              <a:off x="3043" y="1455"/>
              <a:ext cx="518" cy="649"/>
            </a:xfrm>
            <a:custGeom>
              <a:rect b="b" l="l" r="r" t="t"/>
              <a:pathLst>
                <a:path extrusionOk="0" h="275" w="219">
                  <a:moveTo>
                    <a:pt x="124" y="41"/>
                  </a:moveTo>
                  <a:cubicBezTo>
                    <a:pt x="122" y="40"/>
                    <a:pt x="121" y="40"/>
                    <a:pt x="119" y="39"/>
                  </a:cubicBezTo>
                  <a:cubicBezTo>
                    <a:pt x="143" y="37"/>
                    <a:pt x="146" y="16"/>
                    <a:pt x="137" y="2"/>
                  </a:cubicBezTo>
                  <a:cubicBezTo>
                    <a:pt x="137" y="12"/>
                    <a:pt x="123" y="29"/>
                    <a:pt x="117" y="36"/>
                  </a:cubicBezTo>
                  <a:cubicBezTo>
                    <a:pt x="129" y="18"/>
                    <a:pt x="116" y="3"/>
                    <a:pt x="101" y="0"/>
                  </a:cubicBezTo>
                  <a:cubicBezTo>
                    <a:pt x="108" y="7"/>
                    <a:pt x="111" y="27"/>
                    <a:pt x="112" y="37"/>
                  </a:cubicBezTo>
                  <a:cubicBezTo>
                    <a:pt x="70" y="26"/>
                    <a:pt x="1" y="57"/>
                    <a:pt x="0" y="73"/>
                  </a:cubicBezTo>
                  <a:cubicBezTo>
                    <a:pt x="23" y="76"/>
                    <a:pt x="59" y="70"/>
                    <a:pt x="59" y="70"/>
                  </a:cubicBezTo>
                  <a:cubicBezTo>
                    <a:pt x="59" y="70"/>
                    <a:pt x="67" y="180"/>
                    <a:pt x="140" y="235"/>
                  </a:cubicBezTo>
                  <a:cubicBezTo>
                    <a:pt x="195" y="275"/>
                    <a:pt x="219" y="230"/>
                    <a:pt x="219" y="230"/>
                  </a:cubicBezTo>
                  <a:cubicBezTo>
                    <a:pt x="219" y="230"/>
                    <a:pt x="206" y="84"/>
                    <a:pt x="124" y="41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3225" y="1551"/>
              <a:ext cx="47" cy="45"/>
            </a:xfrm>
            <a:prstGeom prst="ellipse">
              <a:avLst/>
            </a:pr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3801" y="2488"/>
              <a:ext cx="86" cy="807"/>
            </a:xfrm>
            <a:custGeom>
              <a:rect b="b" l="l" r="r" t="t"/>
              <a:pathLst>
                <a:path extrusionOk="0" h="673" w="97">
                  <a:moveTo>
                    <a:pt x="0" y="0"/>
                  </a:moveTo>
                  <a:lnTo>
                    <a:pt x="19" y="673"/>
                  </a:lnTo>
                  <a:lnTo>
                    <a:pt x="97" y="673"/>
                  </a:lnTo>
                  <a:lnTo>
                    <a:pt x="85" y="4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3586" y="2513"/>
              <a:ext cx="553" cy="286"/>
            </a:xfrm>
            <a:custGeom>
              <a:rect b="b" l="l" r="r" t="t"/>
              <a:pathLst>
                <a:path extrusionOk="0" h="121" w="234">
                  <a:moveTo>
                    <a:pt x="35" y="17"/>
                  </a:moveTo>
                  <a:cubicBezTo>
                    <a:pt x="30" y="22"/>
                    <a:pt x="0" y="52"/>
                    <a:pt x="2" y="78"/>
                  </a:cubicBezTo>
                  <a:cubicBezTo>
                    <a:pt x="12" y="65"/>
                    <a:pt x="26" y="60"/>
                    <a:pt x="26" y="60"/>
                  </a:cubicBezTo>
                  <a:cubicBezTo>
                    <a:pt x="26" y="60"/>
                    <a:pt x="19" y="79"/>
                    <a:pt x="28" y="107"/>
                  </a:cubicBezTo>
                  <a:cubicBezTo>
                    <a:pt x="35" y="89"/>
                    <a:pt x="53" y="81"/>
                    <a:pt x="53" y="81"/>
                  </a:cubicBezTo>
                  <a:cubicBezTo>
                    <a:pt x="53" y="81"/>
                    <a:pt x="61" y="107"/>
                    <a:pt x="61" y="115"/>
                  </a:cubicBezTo>
                  <a:cubicBezTo>
                    <a:pt x="79" y="94"/>
                    <a:pt x="72" y="67"/>
                    <a:pt x="72" y="67"/>
                  </a:cubicBezTo>
                  <a:cubicBezTo>
                    <a:pt x="72" y="67"/>
                    <a:pt x="94" y="107"/>
                    <a:pt x="94" y="117"/>
                  </a:cubicBezTo>
                  <a:cubicBezTo>
                    <a:pt x="111" y="103"/>
                    <a:pt x="101" y="76"/>
                    <a:pt x="101" y="76"/>
                  </a:cubicBezTo>
                  <a:cubicBezTo>
                    <a:pt x="101" y="76"/>
                    <a:pt x="134" y="112"/>
                    <a:pt x="134" y="121"/>
                  </a:cubicBezTo>
                  <a:cubicBezTo>
                    <a:pt x="151" y="105"/>
                    <a:pt x="137" y="79"/>
                    <a:pt x="134" y="72"/>
                  </a:cubicBezTo>
                  <a:cubicBezTo>
                    <a:pt x="130" y="65"/>
                    <a:pt x="157" y="79"/>
                    <a:pt x="158" y="98"/>
                  </a:cubicBezTo>
                  <a:cubicBezTo>
                    <a:pt x="179" y="94"/>
                    <a:pt x="169" y="62"/>
                    <a:pt x="169" y="62"/>
                  </a:cubicBezTo>
                  <a:cubicBezTo>
                    <a:pt x="169" y="62"/>
                    <a:pt x="202" y="79"/>
                    <a:pt x="205" y="105"/>
                  </a:cubicBezTo>
                  <a:cubicBezTo>
                    <a:pt x="226" y="94"/>
                    <a:pt x="202" y="52"/>
                    <a:pt x="202" y="52"/>
                  </a:cubicBezTo>
                  <a:cubicBezTo>
                    <a:pt x="202" y="52"/>
                    <a:pt x="231" y="72"/>
                    <a:pt x="233" y="79"/>
                  </a:cubicBezTo>
                  <a:cubicBezTo>
                    <a:pt x="234" y="52"/>
                    <a:pt x="219" y="48"/>
                    <a:pt x="205" y="38"/>
                  </a:cubicBezTo>
                  <a:cubicBezTo>
                    <a:pt x="191" y="27"/>
                    <a:pt x="107" y="0"/>
                    <a:pt x="107" y="0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3124" y="1939"/>
              <a:ext cx="1417" cy="763"/>
            </a:xfrm>
            <a:custGeom>
              <a:rect b="b" l="l" r="r" t="t"/>
              <a:pathLst>
                <a:path extrusionOk="0" h="323" w="600">
                  <a:moveTo>
                    <a:pt x="576" y="6"/>
                  </a:moveTo>
                  <a:cubicBezTo>
                    <a:pt x="553" y="3"/>
                    <a:pt x="351" y="2"/>
                    <a:pt x="351" y="2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28" y="8"/>
                    <a:pt x="40" y="2"/>
                    <a:pt x="19" y="13"/>
                  </a:cubicBezTo>
                  <a:cubicBezTo>
                    <a:pt x="3" y="21"/>
                    <a:pt x="0" y="54"/>
                    <a:pt x="15" y="79"/>
                  </a:cubicBezTo>
                  <a:cubicBezTo>
                    <a:pt x="33" y="108"/>
                    <a:pt x="196" y="62"/>
                    <a:pt x="204" y="76"/>
                  </a:cubicBezTo>
                  <a:cubicBezTo>
                    <a:pt x="216" y="97"/>
                    <a:pt x="166" y="229"/>
                    <a:pt x="194" y="251"/>
                  </a:cubicBezTo>
                  <a:cubicBezTo>
                    <a:pt x="197" y="254"/>
                    <a:pt x="203" y="256"/>
                    <a:pt x="210" y="258"/>
                  </a:cubicBezTo>
                  <a:cubicBezTo>
                    <a:pt x="201" y="266"/>
                    <a:pt x="195" y="274"/>
                    <a:pt x="198" y="279"/>
                  </a:cubicBezTo>
                  <a:cubicBezTo>
                    <a:pt x="213" y="271"/>
                    <a:pt x="228" y="269"/>
                    <a:pt x="235" y="275"/>
                  </a:cubicBezTo>
                  <a:cubicBezTo>
                    <a:pt x="233" y="287"/>
                    <a:pt x="228" y="318"/>
                    <a:pt x="238" y="323"/>
                  </a:cubicBezTo>
                  <a:cubicBezTo>
                    <a:pt x="252" y="311"/>
                    <a:pt x="288" y="287"/>
                    <a:pt x="305" y="292"/>
                  </a:cubicBezTo>
                  <a:cubicBezTo>
                    <a:pt x="313" y="294"/>
                    <a:pt x="318" y="306"/>
                    <a:pt x="321" y="318"/>
                  </a:cubicBezTo>
                  <a:cubicBezTo>
                    <a:pt x="333" y="321"/>
                    <a:pt x="349" y="290"/>
                    <a:pt x="361" y="290"/>
                  </a:cubicBezTo>
                  <a:cubicBezTo>
                    <a:pt x="373" y="290"/>
                    <a:pt x="388" y="299"/>
                    <a:pt x="398" y="316"/>
                  </a:cubicBezTo>
                  <a:cubicBezTo>
                    <a:pt x="405" y="314"/>
                    <a:pt x="411" y="300"/>
                    <a:pt x="405" y="285"/>
                  </a:cubicBezTo>
                  <a:cubicBezTo>
                    <a:pt x="411" y="280"/>
                    <a:pt x="422" y="286"/>
                    <a:pt x="435" y="292"/>
                  </a:cubicBezTo>
                  <a:cubicBezTo>
                    <a:pt x="439" y="284"/>
                    <a:pt x="424" y="272"/>
                    <a:pt x="412" y="264"/>
                  </a:cubicBezTo>
                  <a:cubicBezTo>
                    <a:pt x="414" y="263"/>
                    <a:pt x="416" y="262"/>
                    <a:pt x="417" y="261"/>
                  </a:cubicBezTo>
                  <a:cubicBezTo>
                    <a:pt x="445" y="234"/>
                    <a:pt x="405" y="112"/>
                    <a:pt x="417" y="74"/>
                  </a:cubicBezTo>
                  <a:cubicBezTo>
                    <a:pt x="425" y="50"/>
                    <a:pt x="570" y="132"/>
                    <a:pt x="584" y="65"/>
                  </a:cubicBezTo>
                  <a:cubicBezTo>
                    <a:pt x="587" y="51"/>
                    <a:pt x="600" y="8"/>
                    <a:pt x="57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453" y="1967"/>
              <a:ext cx="251" cy="175"/>
            </a:xfrm>
            <a:custGeom>
              <a:rect b="b" l="l" r="r" t="t"/>
              <a:pathLst>
                <a:path extrusionOk="0" h="74" w="106">
                  <a:moveTo>
                    <a:pt x="16" y="4"/>
                  </a:moveTo>
                  <a:cubicBezTo>
                    <a:pt x="16" y="4"/>
                    <a:pt x="69" y="0"/>
                    <a:pt x="95" y="18"/>
                  </a:cubicBezTo>
                  <a:cubicBezTo>
                    <a:pt x="76" y="18"/>
                    <a:pt x="66" y="21"/>
                    <a:pt x="66" y="21"/>
                  </a:cubicBezTo>
                  <a:cubicBezTo>
                    <a:pt x="66" y="21"/>
                    <a:pt x="104" y="34"/>
                    <a:pt x="106" y="53"/>
                  </a:cubicBezTo>
                  <a:cubicBezTo>
                    <a:pt x="83" y="42"/>
                    <a:pt x="53" y="39"/>
                    <a:pt x="53" y="39"/>
                  </a:cubicBezTo>
                  <a:cubicBezTo>
                    <a:pt x="53" y="39"/>
                    <a:pt x="78" y="56"/>
                    <a:pt x="80" y="74"/>
                  </a:cubicBezTo>
                  <a:cubicBezTo>
                    <a:pt x="57" y="63"/>
                    <a:pt x="31" y="48"/>
                    <a:pt x="16" y="46"/>
                  </a:cubicBezTo>
                  <a:cubicBezTo>
                    <a:pt x="0" y="44"/>
                    <a:pt x="18" y="9"/>
                    <a:pt x="18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2968" y="1967"/>
              <a:ext cx="248" cy="175"/>
            </a:xfrm>
            <a:custGeom>
              <a:rect b="b" l="l" r="r" t="t"/>
              <a:pathLst>
                <a:path extrusionOk="0" h="74" w="105">
                  <a:moveTo>
                    <a:pt x="89" y="4"/>
                  </a:moveTo>
                  <a:cubicBezTo>
                    <a:pt x="89" y="4"/>
                    <a:pt x="37" y="0"/>
                    <a:pt x="10" y="18"/>
                  </a:cubicBezTo>
                  <a:cubicBezTo>
                    <a:pt x="30" y="18"/>
                    <a:pt x="40" y="21"/>
                    <a:pt x="40" y="21"/>
                  </a:cubicBezTo>
                  <a:cubicBezTo>
                    <a:pt x="40" y="21"/>
                    <a:pt x="2" y="34"/>
                    <a:pt x="0" y="53"/>
                  </a:cubicBezTo>
                  <a:cubicBezTo>
                    <a:pt x="23" y="42"/>
                    <a:pt x="52" y="39"/>
                    <a:pt x="52" y="39"/>
                  </a:cubicBezTo>
                  <a:cubicBezTo>
                    <a:pt x="52" y="39"/>
                    <a:pt x="28" y="56"/>
                    <a:pt x="26" y="74"/>
                  </a:cubicBezTo>
                  <a:cubicBezTo>
                    <a:pt x="49" y="63"/>
                    <a:pt x="73" y="48"/>
                    <a:pt x="89" y="46"/>
                  </a:cubicBezTo>
                  <a:cubicBezTo>
                    <a:pt x="105" y="44"/>
                    <a:pt x="87" y="9"/>
                    <a:pt x="87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3549" y="1495"/>
              <a:ext cx="548" cy="557"/>
            </a:xfrm>
            <a:custGeom>
              <a:rect b="b" l="l" r="r" t="t"/>
              <a:pathLst>
                <a:path extrusionOk="0" h="236" w="232">
                  <a:moveTo>
                    <a:pt x="116" y="5"/>
                  </a:moveTo>
                  <a:cubicBezTo>
                    <a:pt x="70" y="8"/>
                    <a:pt x="0" y="2"/>
                    <a:pt x="13" y="119"/>
                  </a:cubicBezTo>
                  <a:cubicBezTo>
                    <a:pt x="26" y="236"/>
                    <a:pt x="232" y="199"/>
                    <a:pt x="227" y="111"/>
                  </a:cubicBezTo>
                  <a:cubicBezTo>
                    <a:pt x="221" y="23"/>
                    <a:pt x="198" y="0"/>
                    <a:pt x="116" y="5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3572" y="1889"/>
              <a:ext cx="567" cy="208"/>
            </a:xfrm>
            <a:custGeom>
              <a:rect b="b" l="l" r="r" t="t"/>
              <a:pathLst>
                <a:path extrusionOk="0" h="88" w="240">
                  <a:moveTo>
                    <a:pt x="89" y="0"/>
                  </a:moveTo>
                  <a:cubicBezTo>
                    <a:pt x="89" y="0"/>
                    <a:pt x="0" y="22"/>
                    <a:pt x="9" y="49"/>
                  </a:cubicBezTo>
                  <a:cubicBezTo>
                    <a:pt x="31" y="39"/>
                    <a:pt x="41" y="26"/>
                    <a:pt x="69" y="33"/>
                  </a:cubicBezTo>
                  <a:cubicBezTo>
                    <a:pt x="60" y="45"/>
                    <a:pt x="64" y="72"/>
                    <a:pt x="70" y="88"/>
                  </a:cubicBezTo>
                  <a:cubicBezTo>
                    <a:pt x="83" y="64"/>
                    <a:pt x="98" y="46"/>
                    <a:pt x="116" y="37"/>
                  </a:cubicBezTo>
                  <a:cubicBezTo>
                    <a:pt x="130" y="47"/>
                    <a:pt x="146" y="64"/>
                    <a:pt x="155" y="84"/>
                  </a:cubicBezTo>
                  <a:cubicBezTo>
                    <a:pt x="164" y="68"/>
                    <a:pt x="166" y="50"/>
                    <a:pt x="171" y="31"/>
                  </a:cubicBezTo>
                  <a:cubicBezTo>
                    <a:pt x="197" y="34"/>
                    <a:pt x="227" y="41"/>
                    <a:pt x="240" y="46"/>
                  </a:cubicBezTo>
                  <a:cubicBezTo>
                    <a:pt x="201" y="5"/>
                    <a:pt x="151" y="0"/>
                    <a:pt x="151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3464" y="1107"/>
              <a:ext cx="756" cy="591"/>
            </a:xfrm>
            <a:custGeom>
              <a:rect b="b" l="l" r="r" t="t"/>
              <a:pathLst>
                <a:path extrusionOk="0" h="250" w="320">
                  <a:moveTo>
                    <a:pt x="0" y="208"/>
                  </a:moveTo>
                  <a:cubicBezTo>
                    <a:pt x="32" y="230"/>
                    <a:pt x="62" y="219"/>
                    <a:pt x="91" y="215"/>
                  </a:cubicBezTo>
                  <a:cubicBezTo>
                    <a:pt x="165" y="205"/>
                    <a:pt x="267" y="250"/>
                    <a:pt x="305" y="191"/>
                  </a:cubicBezTo>
                  <a:cubicBezTo>
                    <a:pt x="278" y="179"/>
                    <a:pt x="211" y="160"/>
                    <a:pt x="211" y="160"/>
                  </a:cubicBezTo>
                  <a:cubicBezTo>
                    <a:pt x="211" y="160"/>
                    <a:pt x="203" y="123"/>
                    <a:pt x="211" y="107"/>
                  </a:cubicBezTo>
                  <a:cubicBezTo>
                    <a:pt x="217" y="94"/>
                    <a:pt x="210" y="68"/>
                    <a:pt x="247" y="58"/>
                  </a:cubicBezTo>
                  <a:cubicBezTo>
                    <a:pt x="284" y="47"/>
                    <a:pt x="320" y="83"/>
                    <a:pt x="320" y="83"/>
                  </a:cubicBezTo>
                  <a:cubicBezTo>
                    <a:pt x="320" y="83"/>
                    <a:pt x="272" y="26"/>
                    <a:pt x="226" y="17"/>
                  </a:cubicBezTo>
                  <a:cubicBezTo>
                    <a:pt x="136" y="0"/>
                    <a:pt x="119" y="61"/>
                    <a:pt x="109" y="101"/>
                  </a:cubicBezTo>
                  <a:cubicBezTo>
                    <a:pt x="104" y="123"/>
                    <a:pt x="97" y="162"/>
                    <a:pt x="97" y="162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3686" y="1665"/>
              <a:ext cx="113" cy="64"/>
            </a:xfrm>
            <a:custGeom>
              <a:rect b="b" l="l" r="r" t="t"/>
              <a:pathLst>
                <a:path extrusionOk="0" h="27" w="48">
                  <a:moveTo>
                    <a:pt x="12" y="0"/>
                  </a:moveTo>
                  <a:cubicBezTo>
                    <a:pt x="12" y="0"/>
                    <a:pt x="0" y="27"/>
                    <a:pt x="26" y="27"/>
                  </a:cubicBezTo>
                  <a:cubicBezTo>
                    <a:pt x="48" y="27"/>
                    <a:pt x="42" y="0"/>
                    <a:pt x="42" y="0"/>
                  </a:cubicBezTo>
                  <a:cubicBezTo>
                    <a:pt x="42" y="0"/>
                    <a:pt x="38" y="23"/>
                    <a:pt x="24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3839" y="1665"/>
              <a:ext cx="118" cy="64"/>
            </a:xfrm>
            <a:custGeom>
              <a:rect b="b" l="l" r="r" t="t"/>
              <a:pathLst>
                <a:path extrusionOk="0" h="27" w="50">
                  <a:moveTo>
                    <a:pt x="12" y="0"/>
                  </a:moveTo>
                  <a:cubicBezTo>
                    <a:pt x="12" y="0"/>
                    <a:pt x="0" y="27"/>
                    <a:pt x="28" y="27"/>
                  </a:cubicBezTo>
                  <a:cubicBezTo>
                    <a:pt x="50" y="27"/>
                    <a:pt x="43" y="0"/>
                    <a:pt x="43" y="0"/>
                  </a:cubicBezTo>
                  <a:cubicBezTo>
                    <a:pt x="43" y="0"/>
                    <a:pt x="39" y="23"/>
                    <a:pt x="25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3551" y="1717"/>
              <a:ext cx="534" cy="231"/>
            </a:xfrm>
            <a:custGeom>
              <a:rect b="b" l="l" r="r" t="t"/>
              <a:pathLst>
                <a:path extrusionOk="0" h="98" w="226">
                  <a:moveTo>
                    <a:pt x="226" y="30"/>
                  </a:moveTo>
                  <a:cubicBezTo>
                    <a:pt x="226" y="30"/>
                    <a:pt x="211" y="89"/>
                    <a:pt x="153" y="91"/>
                  </a:cubicBezTo>
                  <a:cubicBezTo>
                    <a:pt x="104" y="94"/>
                    <a:pt x="51" y="98"/>
                    <a:pt x="23" y="57"/>
                  </a:cubicBezTo>
                  <a:cubicBezTo>
                    <a:pt x="0" y="25"/>
                    <a:pt x="9" y="0"/>
                    <a:pt x="9" y="0"/>
                  </a:cubicBezTo>
                  <a:cubicBezTo>
                    <a:pt x="9" y="0"/>
                    <a:pt x="13" y="63"/>
                    <a:pt x="64" y="76"/>
                  </a:cubicBezTo>
                  <a:cubicBezTo>
                    <a:pt x="104" y="86"/>
                    <a:pt x="149" y="80"/>
                    <a:pt x="176" y="74"/>
                  </a:cubicBezTo>
                  <a:cubicBezTo>
                    <a:pt x="205" y="68"/>
                    <a:pt x="226" y="30"/>
                    <a:pt x="226" y="30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3662" y="1771"/>
              <a:ext cx="357" cy="54"/>
            </a:xfrm>
            <a:custGeom>
              <a:rect b="b" l="l" r="r" t="t"/>
              <a:pathLst>
                <a:path extrusionOk="0" h="23" w="151">
                  <a:moveTo>
                    <a:pt x="8" y="7"/>
                  </a:moveTo>
                  <a:cubicBezTo>
                    <a:pt x="8" y="7"/>
                    <a:pt x="34" y="16"/>
                    <a:pt x="78" y="14"/>
                  </a:cubicBezTo>
                  <a:cubicBezTo>
                    <a:pt x="123" y="13"/>
                    <a:pt x="142" y="0"/>
                    <a:pt x="142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17" y="23"/>
                    <a:pt x="80" y="23"/>
                  </a:cubicBezTo>
                  <a:cubicBezTo>
                    <a:pt x="43" y="23"/>
                    <a:pt x="0" y="9"/>
                    <a:pt x="0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3957" y="1710"/>
              <a:ext cx="104" cy="94"/>
            </a:xfrm>
            <a:custGeom>
              <a:rect b="b" l="l" r="r" t="t"/>
              <a:pathLst>
                <a:path extrusionOk="0" h="40" w="44">
                  <a:moveTo>
                    <a:pt x="26" y="6"/>
                  </a:moveTo>
                  <a:cubicBezTo>
                    <a:pt x="26" y="6"/>
                    <a:pt x="15" y="0"/>
                    <a:pt x="7" y="13"/>
                  </a:cubicBezTo>
                  <a:cubicBezTo>
                    <a:pt x="0" y="26"/>
                    <a:pt x="6" y="40"/>
                    <a:pt x="20" y="39"/>
                  </a:cubicBezTo>
                  <a:cubicBezTo>
                    <a:pt x="35" y="38"/>
                    <a:pt x="44" y="14"/>
                    <a:pt x="26" y="6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3627" y="1731"/>
              <a:ext cx="85" cy="101"/>
            </a:xfrm>
            <a:custGeom>
              <a:rect b="b" l="l" r="r" t="t"/>
              <a:pathLst>
                <a:path extrusionOk="0" h="43" w="36">
                  <a:moveTo>
                    <a:pt x="13" y="2"/>
                  </a:moveTo>
                  <a:cubicBezTo>
                    <a:pt x="13" y="2"/>
                    <a:pt x="0" y="2"/>
                    <a:pt x="0" y="18"/>
                  </a:cubicBezTo>
                  <a:cubicBezTo>
                    <a:pt x="0" y="33"/>
                    <a:pt x="12" y="43"/>
                    <a:pt x="24" y="34"/>
                  </a:cubicBezTo>
                  <a:cubicBezTo>
                    <a:pt x="36" y="26"/>
                    <a:pt x="32" y="0"/>
                    <a:pt x="13" y="2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3868" y="2154"/>
              <a:ext cx="191" cy="208"/>
            </a:xfrm>
            <a:custGeom>
              <a:rect b="b" l="l" r="r" t="t"/>
              <a:pathLst>
                <a:path extrusionOk="0" h="88" w="81">
                  <a:moveTo>
                    <a:pt x="74" y="3"/>
                  </a:moveTo>
                  <a:cubicBezTo>
                    <a:pt x="74" y="3"/>
                    <a:pt x="12" y="0"/>
                    <a:pt x="10" y="5"/>
                  </a:cubicBezTo>
                  <a:cubicBezTo>
                    <a:pt x="9" y="10"/>
                    <a:pt x="0" y="76"/>
                    <a:pt x="12" y="81"/>
                  </a:cubicBezTo>
                  <a:cubicBezTo>
                    <a:pt x="24" y="87"/>
                    <a:pt x="79" y="88"/>
                    <a:pt x="79" y="73"/>
                  </a:cubicBezTo>
                  <a:cubicBezTo>
                    <a:pt x="79" y="57"/>
                    <a:pt x="81" y="9"/>
                    <a:pt x="74" y="3"/>
                  </a:cubicBezTo>
                  <a:close/>
                </a:path>
              </a:pathLst>
            </a:custGeom>
            <a:solidFill>
              <a:srgbClr val="B95E1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3674" y="1334"/>
              <a:ext cx="300" cy="187"/>
            </a:xfrm>
            <a:custGeom>
              <a:rect b="b" l="l" r="r" t="t"/>
              <a:pathLst>
                <a:path extrusionOk="0" h="79" w="127">
                  <a:moveTo>
                    <a:pt x="9" y="69"/>
                  </a:moveTo>
                  <a:cubicBezTo>
                    <a:pt x="9" y="69"/>
                    <a:pt x="96" y="79"/>
                    <a:pt x="125" y="65"/>
                  </a:cubicBezTo>
                  <a:cubicBezTo>
                    <a:pt x="127" y="58"/>
                    <a:pt x="123" y="14"/>
                    <a:pt x="120" y="9"/>
                  </a:cubicBezTo>
                  <a:cubicBezTo>
                    <a:pt x="102" y="10"/>
                    <a:pt x="35" y="0"/>
                    <a:pt x="21" y="8"/>
                  </a:cubicBezTo>
                  <a:cubicBezTo>
                    <a:pt x="14" y="11"/>
                    <a:pt x="0" y="58"/>
                    <a:pt x="9" y="69"/>
                  </a:cubicBezTo>
                  <a:close/>
                </a:path>
              </a:pathLst>
            </a:custGeom>
            <a:solidFill>
              <a:srgbClr val="B95E1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3827" y="2019"/>
              <a:ext cx="29" cy="515"/>
            </a:xfrm>
            <a:custGeom>
              <a:rect b="b" l="l" r="r" t="t"/>
              <a:pathLst>
                <a:path extrusionOk="0" h="218" w="12">
                  <a:moveTo>
                    <a:pt x="10" y="0"/>
                  </a:moveTo>
                  <a:cubicBezTo>
                    <a:pt x="10" y="0"/>
                    <a:pt x="11" y="13"/>
                    <a:pt x="9" y="27"/>
                  </a:cubicBezTo>
                  <a:cubicBezTo>
                    <a:pt x="7" y="42"/>
                    <a:pt x="8" y="40"/>
                    <a:pt x="8" y="61"/>
                  </a:cubicBezTo>
                  <a:cubicBezTo>
                    <a:pt x="8" y="82"/>
                    <a:pt x="8" y="93"/>
                    <a:pt x="8" y="111"/>
                  </a:cubicBezTo>
                  <a:cubicBezTo>
                    <a:pt x="8" y="128"/>
                    <a:pt x="8" y="142"/>
                    <a:pt x="8" y="161"/>
                  </a:cubicBezTo>
                  <a:cubicBezTo>
                    <a:pt x="8" y="185"/>
                    <a:pt x="12" y="218"/>
                    <a:pt x="12" y="218"/>
                  </a:cubicBezTo>
                  <a:cubicBezTo>
                    <a:pt x="12" y="218"/>
                    <a:pt x="0" y="205"/>
                    <a:pt x="1" y="163"/>
                  </a:cubicBezTo>
                  <a:cubicBezTo>
                    <a:pt x="3" y="121"/>
                    <a:pt x="1" y="78"/>
                    <a:pt x="1" y="65"/>
                  </a:cubicBezTo>
                  <a:cubicBezTo>
                    <a:pt x="1" y="52"/>
                    <a:pt x="4" y="12"/>
                    <a:pt x="10" y="0"/>
                  </a:cubicBezTo>
                  <a:close/>
                </a:path>
              </a:pathLst>
            </a:custGeom>
            <a:solidFill>
              <a:srgbClr val="B95E1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3638" y="2541"/>
              <a:ext cx="442" cy="61"/>
            </a:xfrm>
            <a:custGeom>
              <a:rect b="b" l="l" r="r" t="t"/>
              <a:pathLst>
                <a:path extrusionOk="0" h="26" w="187">
                  <a:moveTo>
                    <a:pt x="0" y="0"/>
                  </a:moveTo>
                  <a:cubicBezTo>
                    <a:pt x="29" y="4"/>
                    <a:pt x="122" y="19"/>
                    <a:pt x="187" y="7"/>
                  </a:cubicBezTo>
                  <a:cubicBezTo>
                    <a:pt x="154" y="26"/>
                    <a:pt x="5" y="13"/>
                    <a:pt x="0" y="0"/>
                  </a:cubicBezTo>
                  <a:close/>
                </a:path>
              </a:pathLst>
            </a:custGeom>
            <a:solidFill>
              <a:srgbClr val="B95E1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591" name="Google Shape;591;p7"/>
          <p:cNvSpPr/>
          <p:nvPr/>
        </p:nvSpPr>
        <p:spPr>
          <a:xfrm>
            <a:off x="0" y="5181600"/>
            <a:ext cx="11163675" cy="1676399"/>
          </a:xfrm>
          <a:custGeom>
            <a:rect b="b" l="l" r="r" t="t"/>
            <a:pathLst>
              <a:path extrusionOk="0" h="1788354" w="11770175">
                <a:moveTo>
                  <a:pt x="4772978" y="1"/>
                </a:moveTo>
                <a:cubicBezTo>
                  <a:pt x="7049831" y="-885"/>
                  <a:pt x="9586677" y="653751"/>
                  <a:pt x="11770175" y="1788354"/>
                </a:cubicBezTo>
                <a:lnTo>
                  <a:pt x="0" y="1788354"/>
                </a:lnTo>
                <a:cubicBezTo>
                  <a:pt x="0" y="1702293"/>
                  <a:pt x="0" y="1591933"/>
                  <a:pt x="0" y="1450411"/>
                </a:cubicBezTo>
                <a:cubicBezTo>
                  <a:pt x="1180705" y="450899"/>
                  <a:pt x="2887716" y="735"/>
                  <a:pt x="4772978" y="1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592" name="Google Shape;592;p7"/>
          <p:cNvGrpSpPr/>
          <p:nvPr/>
        </p:nvGrpSpPr>
        <p:grpSpPr>
          <a:xfrm flipH="1">
            <a:off x="9191537" y="4800600"/>
            <a:ext cx="2998875" cy="2083312"/>
            <a:chOff x="2481" y="1188"/>
            <a:chExt cx="2735" cy="1900"/>
          </a:xfrm>
        </p:grpSpPr>
        <p:sp>
          <p:nvSpPr>
            <p:cNvPr id="593" name="Google Shape;593;p7"/>
            <p:cNvSpPr/>
            <p:nvPr/>
          </p:nvSpPr>
          <p:spPr>
            <a:xfrm>
              <a:off x="3336" y="1462"/>
              <a:ext cx="748" cy="931"/>
            </a:xfrm>
            <a:custGeom>
              <a:rect b="b" l="l" r="r" t="t"/>
              <a:pathLst>
                <a:path extrusionOk="0" h="394" w="317">
                  <a:moveTo>
                    <a:pt x="72" y="21"/>
                  </a:moveTo>
                  <a:cubicBezTo>
                    <a:pt x="72" y="21"/>
                    <a:pt x="140" y="0"/>
                    <a:pt x="133" y="59"/>
                  </a:cubicBezTo>
                  <a:cubicBezTo>
                    <a:pt x="131" y="76"/>
                    <a:pt x="256" y="74"/>
                    <a:pt x="293" y="160"/>
                  </a:cubicBezTo>
                  <a:cubicBezTo>
                    <a:pt x="293" y="160"/>
                    <a:pt x="317" y="248"/>
                    <a:pt x="293" y="298"/>
                  </a:cubicBezTo>
                  <a:cubicBezTo>
                    <a:pt x="270" y="349"/>
                    <a:pt x="213" y="360"/>
                    <a:pt x="213" y="360"/>
                  </a:cubicBezTo>
                  <a:cubicBezTo>
                    <a:pt x="169" y="367"/>
                    <a:pt x="169" y="367"/>
                    <a:pt x="169" y="367"/>
                  </a:cubicBezTo>
                  <a:cubicBezTo>
                    <a:pt x="169" y="367"/>
                    <a:pt x="169" y="385"/>
                    <a:pt x="121" y="385"/>
                  </a:cubicBezTo>
                  <a:cubicBezTo>
                    <a:pt x="73" y="385"/>
                    <a:pt x="31" y="394"/>
                    <a:pt x="24" y="382"/>
                  </a:cubicBezTo>
                  <a:cubicBezTo>
                    <a:pt x="15" y="369"/>
                    <a:pt x="0" y="177"/>
                    <a:pt x="2" y="157"/>
                  </a:cubicBezTo>
                  <a:cubicBezTo>
                    <a:pt x="10" y="86"/>
                    <a:pt x="72" y="21"/>
                    <a:pt x="72" y="2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3423" y="1552"/>
              <a:ext cx="307" cy="222"/>
            </a:xfrm>
            <a:custGeom>
              <a:rect b="b" l="l" r="r" t="t"/>
              <a:pathLst>
                <a:path extrusionOk="0" h="94" w="130">
                  <a:moveTo>
                    <a:pt x="37" y="31"/>
                  </a:moveTo>
                  <a:cubicBezTo>
                    <a:pt x="39" y="18"/>
                    <a:pt x="48" y="3"/>
                    <a:pt x="48" y="3"/>
                  </a:cubicBezTo>
                  <a:cubicBezTo>
                    <a:pt x="48" y="3"/>
                    <a:pt x="48" y="3"/>
                    <a:pt x="84" y="0"/>
                  </a:cubicBezTo>
                  <a:cubicBezTo>
                    <a:pt x="84" y="0"/>
                    <a:pt x="84" y="0"/>
                    <a:pt x="77" y="18"/>
                  </a:cubicBezTo>
                  <a:cubicBezTo>
                    <a:pt x="77" y="18"/>
                    <a:pt x="77" y="39"/>
                    <a:pt x="97" y="45"/>
                  </a:cubicBezTo>
                  <a:cubicBezTo>
                    <a:pt x="118" y="50"/>
                    <a:pt x="130" y="72"/>
                    <a:pt x="130" y="72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4"/>
                    <a:pt x="0" y="91"/>
                    <a:pt x="10" y="70"/>
                  </a:cubicBezTo>
                  <a:cubicBezTo>
                    <a:pt x="21" y="43"/>
                    <a:pt x="28" y="40"/>
                    <a:pt x="37" y="31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3241" y="1661"/>
              <a:ext cx="754" cy="661"/>
            </a:xfrm>
            <a:custGeom>
              <a:rect b="b" l="l" r="r" t="t"/>
              <a:pathLst>
                <a:path extrusionOk="0" h="280" w="319">
                  <a:moveTo>
                    <a:pt x="92" y="37"/>
                  </a:moveTo>
                  <a:cubicBezTo>
                    <a:pt x="118" y="3"/>
                    <a:pt x="158" y="9"/>
                    <a:pt x="193" y="24"/>
                  </a:cubicBezTo>
                  <a:cubicBezTo>
                    <a:pt x="229" y="0"/>
                    <a:pt x="310" y="55"/>
                    <a:pt x="315" y="124"/>
                  </a:cubicBezTo>
                  <a:cubicBezTo>
                    <a:pt x="319" y="181"/>
                    <a:pt x="314" y="248"/>
                    <a:pt x="237" y="256"/>
                  </a:cubicBezTo>
                  <a:cubicBezTo>
                    <a:pt x="204" y="280"/>
                    <a:pt x="143" y="280"/>
                    <a:pt x="117" y="261"/>
                  </a:cubicBezTo>
                  <a:cubicBezTo>
                    <a:pt x="0" y="266"/>
                    <a:pt x="3" y="44"/>
                    <a:pt x="92" y="37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2481" y="1188"/>
              <a:ext cx="1055" cy="1314"/>
            </a:xfrm>
            <a:custGeom>
              <a:rect b="b" l="l" r="r" t="t"/>
              <a:pathLst>
                <a:path extrusionOk="0" h="556" w="447">
                  <a:moveTo>
                    <a:pt x="63" y="118"/>
                  </a:moveTo>
                  <a:cubicBezTo>
                    <a:pt x="114" y="44"/>
                    <a:pt x="145" y="25"/>
                    <a:pt x="145" y="25"/>
                  </a:cubicBezTo>
                  <a:cubicBezTo>
                    <a:pt x="209" y="0"/>
                    <a:pt x="239" y="63"/>
                    <a:pt x="239" y="63"/>
                  </a:cubicBezTo>
                  <a:cubicBezTo>
                    <a:pt x="239" y="63"/>
                    <a:pt x="300" y="104"/>
                    <a:pt x="332" y="108"/>
                  </a:cubicBezTo>
                  <a:cubicBezTo>
                    <a:pt x="398" y="118"/>
                    <a:pt x="447" y="288"/>
                    <a:pt x="447" y="339"/>
                  </a:cubicBezTo>
                  <a:cubicBezTo>
                    <a:pt x="447" y="389"/>
                    <a:pt x="426" y="443"/>
                    <a:pt x="405" y="471"/>
                  </a:cubicBezTo>
                  <a:cubicBezTo>
                    <a:pt x="384" y="498"/>
                    <a:pt x="338" y="510"/>
                    <a:pt x="313" y="514"/>
                  </a:cubicBezTo>
                  <a:cubicBezTo>
                    <a:pt x="287" y="536"/>
                    <a:pt x="273" y="545"/>
                    <a:pt x="211" y="551"/>
                  </a:cubicBezTo>
                  <a:cubicBezTo>
                    <a:pt x="151" y="556"/>
                    <a:pt x="102" y="530"/>
                    <a:pt x="102" y="530"/>
                  </a:cubicBezTo>
                  <a:cubicBezTo>
                    <a:pt x="102" y="530"/>
                    <a:pt x="74" y="541"/>
                    <a:pt x="43" y="534"/>
                  </a:cubicBezTo>
                  <a:cubicBezTo>
                    <a:pt x="28" y="530"/>
                    <a:pt x="11" y="498"/>
                    <a:pt x="0" y="468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42" y="112"/>
                    <a:pt x="63" y="118"/>
                    <a:pt x="63" y="118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2481" y="1420"/>
              <a:ext cx="1006" cy="1093"/>
            </a:xfrm>
            <a:custGeom>
              <a:rect b="b" l="l" r="r" t="t"/>
              <a:pathLst>
                <a:path extrusionOk="0" h="463" w="426">
                  <a:moveTo>
                    <a:pt x="120" y="39"/>
                  </a:moveTo>
                  <a:cubicBezTo>
                    <a:pt x="153" y="3"/>
                    <a:pt x="236" y="0"/>
                    <a:pt x="267" y="35"/>
                  </a:cubicBezTo>
                  <a:cubicBezTo>
                    <a:pt x="339" y="10"/>
                    <a:pt x="407" y="111"/>
                    <a:pt x="417" y="228"/>
                  </a:cubicBezTo>
                  <a:cubicBezTo>
                    <a:pt x="426" y="324"/>
                    <a:pt x="389" y="393"/>
                    <a:pt x="307" y="397"/>
                  </a:cubicBezTo>
                  <a:cubicBezTo>
                    <a:pt x="278" y="437"/>
                    <a:pt x="140" y="463"/>
                    <a:pt x="104" y="405"/>
                  </a:cubicBezTo>
                  <a:cubicBezTo>
                    <a:pt x="58" y="419"/>
                    <a:pt x="5" y="393"/>
                    <a:pt x="0" y="321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0" y="62"/>
                    <a:pt x="59" y="30"/>
                    <a:pt x="120" y="39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3111" y="1502"/>
              <a:ext cx="362" cy="844"/>
            </a:xfrm>
            <a:custGeom>
              <a:rect b="b" l="l" r="r" t="t"/>
              <a:pathLst>
                <a:path extrusionOk="0" h="357" w="153">
                  <a:moveTo>
                    <a:pt x="86" y="40"/>
                  </a:moveTo>
                  <a:cubicBezTo>
                    <a:pt x="122" y="90"/>
                    <a:pt x="153" y="169"/>
                    <a:pt x="140" y="256"/>
                  </a:cubicBezTo>
                  <a:cubicBezTo>
                    <a:pt x="131" y="315"/>
                    <a:pt x="99" y="354"/>
                    <a:pt x="68" y="356"/>
                  </a:cubicBezTo>
                  <a:cubicBezTo>
                    <a:pt x="62" y="357"/>
                    <a:pt x="46" y="355"/>
                    <a:pt x="46" y="355"/>
                  </a:cubicBezTo>
                  <a:cubicBezTo>
                    <a:pt x="46" y="355"/>
                    <a:pt x="144" y="329"/>
                    <a:pt x="128" y="191"/>
                  </a:cubicBezTo>
                  <a:cubicBezTo>
                    <a:pt x="115" y="77"/>
                    <a:pt x="68" y="33"/>
                    <a:pt x="45" y="22"/>
                  </a:cubicBezTo>
                  <a:cubicBezTo>
                    <a:pt x="22" y="11"/>
                    <a:pt x="0" y="0"/>
                    <a:pt x="0" y="0"/>
                  </a:cubicBezTo>
                  <a:cubicBezTo>
                    <a:pt x="0" y="0"/>
                    <a:pt x="58" y="3"/>
                    <a:pt x="86" y="4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3057" y="1590"/>
              <a:ext cx="227" cy="734"/>
            </a:xfrm>
            <a:custGeom>
              <a:rect b="b" l="l" r="r" t="t"/>
              <a:pathLst>
                <a:path extrusionOk="0" h="311" w="96">
                  <a:moveTo>
                    <a:pt x="80" y="108"/>
                  </a:moveTo>
                  <a:cubicBezTo>
                    <a:pt x="96" y="185"/>
                    <a:pt x="89" y="248"/>
                    <a:pt x="74" y="284"/>
                  </a:cubicBezTo>
                  <a:cubicBezTo>
                    <a:pt x="64" y="309"/>
                    <a:pt x="49" y="311"/>
                    <a:pt x="49" y="311"/>
                  </a:cubicBezTo>
                  <a:cubicBezTo>
                    <a:pt x="49" y="311"/>
                    <a:pt x="79" y="255"/>
                    <a:pt x="70" y="122"/>
                  </a:cubicBezTo>
                  <a:cubicBezTo>
                    <a:pt x="65" y="40"/>
                    <a:pt x="0" y="0"/>
                    <a:pt x="0" y="0"/>
                  </a:cubicBezTo>
                  <a:cubicBezTo>
                    <a:pt x="0" y="0"/>
                    <a:pt x="62" y="4"/>
                    <a:pt x="80" y="108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2615" y="1594"/>
              <a:ext cx="149" cy="778"/>
            </a:xfrm>
            <a:custGeom>
              <a:rect b="b" l="l" r="r" t="t"/>
              <a:pathLst>
                <a:path extrusionOk="0" h="329" w="63">
                  <a:moveTo>
                    <a:pt x="49" y="0"/>
                  </a:moveTo>
                  <a:cubicBezTo>
                    <a:pt x="49" y="0"/>
                    <a:pt x="19" y="32"/>
                    <a:pt x="16" y="104"/>
                  </a:cubicBezTo>
                  <a:cubicBezTo>
                    <a:pt x="11" y="195"/>
                    <a:pt x="63" y="329"/>
                    <a:pt x="63" y="329"/>
                  </a:cubicBezTo>
                  <a:cubicBezTo>
                    <a:pt x="63" y="329"/>
                    <a:pt x="54" y="322"/>
                    <a:pt x="47" y="321"/>
                  </a:cubicBezTo>
                  <a:cubicBezTo>
                    <a:pt x="18" y="280"/>
                    <a:pt x="0" y="187"/>
                    <a:pt x="1" y="101"/>
                  </a:cubicBezTo>
                  <a:cubicBezTo>
                    <a:pt x="1" y="15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2705" y="1301"/>
              <a:ext cx="401" cy="256"/>
            </a:xfrm>
            <a:custGeom>
              <a:rect b="b" l="l" r="r" t="t"/>
              <a:pathLst>
                <a:path extrusionOk="0" h="108" w="170">
                  <a:moveTo>
                    <a:pt x="70" y="0"/>
                  </a:moveTo>
                  <a:cubicBezTo>
                    <a:pt x="70" y="0"/>
                    <a:pt x="70" y="0"/>
                    <a:pt x="98" y="0"/>
                  </a:cubicBezTo>
                  <a:cubicBezTo>
                    <a:pt x="98" y="0"/>
                    <a:pt x="98" y="0"/>
                    <a:pt x="96" y="28"/>
                  </a:cubicBezTo>
                  <a:cubicBezTo>
                    <a:pt x="96" y="28"/>
                    <a:pt x="107" y="35"/>
                    <a:pt x="138" y="47"/>
                  </a:cubicBezTo>
                  <a:cubicBezTo>
                    <a:pt x="168" y="58"/>
                    <a:pt x="170" y="87"/>
                    <a:pt x="170" y="87"/>
                  </a:cubicBezTo>
                  <a:cubicBezTo>
                    <a:pt x="110" y="107"/>
                    <a:pt x="4" y="108"/>
                    <a:pt x="3" y="84"/>
                  </a:cubicBezTo>
                  <a:cubicBezTo>
                    <a:pt x="0" y="60"/>
                    <a:pt x="70" y="0"/>
                    <a:pt x="70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2674" y="1301"/>
              <a:ext cx="340" cy="286"/>
            </a:xfrm>
            <a:custGeom>
              <a:rect b="b" l="l" r="r" t="t"/>
              <a:pathLst>
                <a:path extrusionOk="0" h="121" w="144">
                  <a:moveTo>
                    <a:pt x="83" y="0"/>
                  </a:moveTo>
                  <a:cubicBezTo>
                    <a:pt x="83" y="0"/>
                    <a:pt x="49" y="39"/>
                    <a:pt x="47" y="52"/>
                  </a:cubicBezTo>
                  <a:cubicBezTo>
                    <a:pt x="46" y="65"/>
                    <a:pt x="46" y="88"/>
                    <a:pt x="52" y="92"/>
                  </a:cubicBezTo>
                  <a:cubicBezTo>
                    <a:pt x="80" y="110"/>
                    <a:pt x="133" y="96"/>
                    <a:pt x="144" y="96"/>
                  </a:cubicBezTo>
                  <a:cubicBezTo>
                    <a:pt x="119" y="112"/>
                    <a:pt x="74" y="121"/>
                    <a:pt x="32" y="107"/>
                  </a:cubicBezTo>
                  <a:cubicBezTo>
                    <a:pt x="0" y="96"/>
                    <a:pt x="15" y="73"/>
                    <a:pt x="27" y="50"/>
                  </a:cubicBezTo>
                  <a:cubicBezTo>
                    <a:pt x="42" y="21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4080" y="2055"/>
              <a:ext cx="1136" cy="1018"/>
            </a:xfrm>
            <a:custGeom>
              <a:rect b="b" l="l" r="r" t="t"/>
              <a:pathLst>
                <a:path extrusionOk="0" h="431" w="481">
                  <a:moveTo>
                    <a:pt x="228" y="1"/>
                  </a:moveTo>
                  <a:cubicBezTo>
                    <a:pt x="252" y="2"/>
                    <a:pt x="277" y="2"/>
                    <a:pt x="298" y="2"/>
                  </a:cubicBezTo>
                  <a:cubicBezTo>
                    <a:pt x="303" y="19"/>
                    <a:pt x="326" y="46"/>
                    <a:pt x="330" y="58"/>
                  </a:cubicBezTo>
                  <a:cubicBezTo>
                    <a:pt x="355" y="69"/>
                    <a:pt x="370" y="101"/>
                    <a:pt x="379" y="116"/>
                  </a:cubicBezTo>
                  <a:cubicBezTo>
                    <a:pt x="430" y="131"/>
                    <a:pt x="481" y="213"/>
                    <a:pt x="473" y="324"/>
                  </a:cubicBezTo>
                  <a:cubicBezTo>
                    <a:pt x="466" y="417"/>
                    <a:pt x="422" y="423"/>
                    <a:pt x="380" y="431"/>
                  </a:cubicBezTo>
                  <a:cubicBezTo>
                    <a:pt x="74" y="431"/>
                    <a:pt x="74" y="431"/>
                    <a:pt x="74" y="431"/>
                  </a:cubicBezTo>
                  <a:cubicBezTo>
                    <a:pt x="48" y="424"/>
                    <a:pt x="25" y="403"/>
                    <a:pt x="18" y="338"/>
                  </a:cubicBezTo>
                  <a:cubicBezTo>
                    <a:pt x="0" y="188"/>
                    <a:pt x="56" y="131"/>
                    <a:pt x="110" y="106"/>
                  </a:cubicBezTo>
                  <a:cubicBezTo>
                    <a:pt x="125" y="99"/>
                    <a:pt x="148" y="94"/>
                    <a:pt x="173" y="89"/>
                  </a:cubicBezTo>
                  <a:cubicBezTo>
                    <a:pt x="199" y="65"/>
                    <a:pt x="215" y="61"/>
                    <a:pt x="230" y="46"/>
                  </a:cubicBezTo>
                  <a:cubicBezTo>
                    <a:pt x="225" y="33"/>
                    <a:pt x="217" y="0"/>
                    <a:pt x="228" y="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4217" y="2235"/>
              <a:ext cx="992" cy="838"/>
            </a:xfrm>
            <a:custGeom>
              <a:rect b="b" l="l" r="r" t="t"/>
              <a:pathLst>
                <a:path extrusionOk="0" h="355" w="420">
                  <a:moveTo>
                    <a:pt x="221" y="7"/>
                  </a:moveTo>
                  <a:cubicBezTo>
                    <a:pt x="244" y="7"/>
                    <a:pt x="267" y="15"/>
                    <a:pt x="285" y="37"/>
                  </a:cubicBezTo>
                  <a:cubicBezTo>
                    <a:pt x="401" y="37"/>
                    <a:pt x="420" y="312"/>
                    <a:pt x="359" y="355"/>
                  </a:cubicBezTo>
                  <a:cubicBezTo>
                    <a:pt x="159" y="355"/>
                    <a:pt x="159" y="355"/>
                    <a:pt x="159" y="355"/>
                  </a:cubicBezTo>
                  <a:cubicBezTo>
                    <a:pt x="141" y="351"/>
                    <a:pt x="125" y="346"/>
                    <a:pt x="115" y="339"/>
                  </a:cubicBezTo>
                  <a:cubicBezTo>
                    <a:pt x="13" y="335"/>
                    <a:pt x="0" y="247"/>
                    <a:pt x="0" y="170"/>
                  </a:cubicBezTo>
                  <a:cubicBezTo>
                    <a:pt x="1" y="80"/>
                    <a:pt x="103" y="0"/>
                    <a:pt x="151" y="29"/>
                  </a:cubicBezTo>
                  <a:cubicBezTo>
                    <a:pt x="174" y="17"/>
                    <a:pt x="198" y="8"/>
                    <a:pt x="221" y="7"/>
                  </a:cubicBezTo>
                  <a:close/>
                </a:path>
              </a:pathLst>
            </a:custGeom>
            <a:solidFill>
              <a:srgbClr val="CB7F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4472" y="2388"/>
              <a:ext cx="101" cy="624"/>
            </a:xfrm>
            <a:custGeom>
              <a:rect b="b" l="l" r="r" t="t"/>
              <a:pathLst>
                <a:path extrusionOk="0" h="264" w="43">
                  <a:moveTo>
                    <a:pt x="43" y="0"/>
                  </a:moveTo>
                  <a:cubicBezTo>
                    <a:pt x="16" y="23"/>
                    <a:pt x="0" y="66"/>
                    <a:pt x="1" y="118"/>
                  </a:cubicBezTo>
                  <a:cubicBezTo>
                    <a:pt x="2" y="170"/>
                    <a:pt x="22" y="264"/>
                    <a:pt x="22" y="264"/>
                  </a:cubicBezTo>
                  <a:cubicBezTo>
                    <a:pt x="40" y="257"/>
                    <a:pt x="40" y="257"/>
                    <a:pt x="40" y="257"/>
                  </a:cubicBezTo>
                  <a:cubicBezTo>
                    <a:pt x="40" y="257"/>
                    <a:pt x="26" y="171"/>
                    <a:pt x="25" y="127"/>
                  </a:cubicBezTo>
                  <a:cubicBezTo>
                    <a:pt x="25" y="83"/>
                    <a:pt x="25" y="49"/>
                    <a:pt x="43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4840" y="2556"/>
              <a:ext cx="132" cy="463"/>
            </a:xfrm>
            <a:custGeom>
              <a:rect b="b" l="l" r="r" t="t"/>
              <a:pathLst>
                <a:path extrusionOk="0" h="196" w="56">
                  <a:moveTo>
                    <a:pt x="31" y="0"/>
                  </a:moveTo>
                  <a:cubicBezTo>
                    <a:pt x="56" y="22"/>
                    <a:pt x="50" y="85"/>
                    <a:pt x="44" y="118"/>
                  </a:cubicBezTo>
                  <a:cubicBezTo>
                    <a:pt x="39" y="149"/>
                    <a:pt x="21" y="192"/>
                    <a:pt x="21" y="192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96"/>
                    <a:pt x="31" y="145"/>
                    <a:pt x="37" y="91"/>
                  </a:cubicBezTo>
                  <a:cubicBezTo>
                    <a:pt x="40" y="72"/>
                    <a:pt x="43" y="32"/>
                    <a:pt x="31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4517" y="2102"/>
              <a:ext cx="408" cy="274"/>
            </a:xfrm>
            <a:custGeom>
              <a:rect b="b" l="l" r="r" t="t"/>
              <a:pathLst>
                <a:path extrusionOk="0" h="116" w="173">
                  <a:moveTo>
                    <a:pt x="0" y="97"/>
                  </a:moveTo>
                  <a:cubicBezTo>
                    <a:pt x="0" y="97"/>
                    <a:pt x="14" y="69"/>
                    <a:pt x="40" y="59"/>
                  </a:cubicBezTo>
                  <a:cubicBezTo>
                    <a:pt x="67" y="50"/>
                    <a:pt x="65" y="22"/>
                    <a:pt x="65" y="2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14" y="19"/>
                    <a:pt x="117" y="36"/>
                  </a:cubicBezTo>
                  <a:cubicBezTo>
                    <a:pt x="130" y="47"/>
                    <a:pt x="139" y="50"/>
                    <a:pt x="158" y="84"/>
                  </a:cubicBezTo>
                  <a:cubicBezTo>
                    <a:pt x="173" y="112"/>
                    <a:pt x="155" y="116"/>
                    <a:pt x="155" y="116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lose/>
                </a:path>
              </a:pathLst>
            </a:custGeom>
            <a:solidFill>
              <a:srgbClr val="779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4949" y="2414"/>
              <a:ext cx="234" cy="648"/>
            </a:xfrm>
            <a:custGeom>
              <a:rect b="b" l="l" r="r" t="t"/>
              <a:pathLst>
                <a:path extrusionOk="0" h="274" w="99">
                  <a:moveTo>
                    <a:pt x="28" y="0"/>
                  </a:moveTo>
                  <a:cubicBezTo>
                    <a:pt x="28" y="0"/>
                    <a:pt x="63" y="34"/>
                    <a:pt x="74" y="104"/>
                  </a:cubicBezTo>
                  <a:cubicBezTo>
                    <a:pt x="99" y="253"/>
                    <a:pt x="0" y="274"/>
                    <a:pt x="0" y="274"/>
                  </a:cubicBezTo>
                  <a:cubicBezTo>
                    <a:pt x="6" y="253"/>
                    <a:pt x="6" y="253"/>
                    <a:pt x="6" y="253"/>
                  </a:cubicBezTo>
                  <a:cubicBezTo>
                    <a:pt x="6" y="253"/>
                    <a:pt x="67" y="228"/>
                    <a:pt x="59" y="110"/>
                  </a:cubicBezTo>
                  <a:cubicBezTo>
                    <a:pt x="56" y="66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4179" y="2322"/>
              <a:ext cx="276" cy="744"/>
            </a:xfrm>
            <a:custGeom>
              <a:rect b="b" l="l" r="r" t="t"/>
              <a:pathLst>
                <a:path extrusionOk="0" h="315" w="117">
                  <a:moveTo>
                    <a:pt x="117" y="0"/>
                  </a:moveTo>
                  <a:cubicBezTo>
                    <a:pt x="117" y="0"/>
                    <a:pt x="15" y="35"/>
                    <a:pt x="7" y="113"/>
                  </a:cubicBezTo>
                  <a:cubicBezTo>
                    <a:pt x="0" y="190"/>
                    <a:pt x="9" y="254"/>
                    <a:pt x="32" y="284"/>
                  </a:cubicBezTo>
                  <a:cubicBezTo>
                    <a:pt x="55" y="315"/>
                    <a:pt x="94" y="303"/>
                    <a:pt x="94" y="303"/>
                  </a:cubicBezTo>
                  <a:cubicBezTo>
                    <a:pt x="97" y="285"/>
                    <a:pt x="97" y="285"/>
                    <a:pt x="97" y="285"/>
                  </a:cubicBezTo>
                  <a:cubicBezTo>
                    <a:pt x="97" y="285"/>
                    <a:pt x="36" y="294"/>
                    <a:pt x="26" y="191"/>
                  </a:cubicBezTo>
                  <a:cubicBezTo>
                    <a:pt x="16" y="86"/>
                    <a:pt x="41" y="71"/>
                    <a:pt x="67" y="40"/>
                  </a:cubicBezTo>
                  <a:cubicBezTo>
                    <a:pt x="94" y="9"/>
                    <a:pt x="117" y="0"/>
                    <a:pt x="117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3773" y="1710"/>
              <a:ext cx="233" cy="548"/>
            </a:xfrm>
            <a:custGeom>
              <a:rect b="b" l="l" r="r" t="t"/>
              <a:pathLst>
                <a:path extrusionOk="0" h="232" w="99">
                  <a:moveTo>
                    <a:pt x="40" y="28"/>
                  </a:moveTo>
                  <a:cubicBezTo>
                    <a:pt x="18" y="5"/>
                    <a:pt x="0" y="0"/>
                    <a:pt x="0" y="0"/>
                  </a:cubicBezTo>
                  <a:cubicBezTo>
                    <a:pt x="0" y="0"/>
                    <a:pt x="80" y="21"/>
                    <a:pt x="90" y="79"/>
                  </a:cubicBezTo>
                  <a:cubicBezTo>
                    <a:pt x="99" y="136"/>
                    <a:pt x="95" y="185"/>
                    <a:pt x="80" y="209"/>
                  </a:cubicBezTo>
                  <a:cubicBezTo>
                    <a:pt x="64" y="232"/>
                    <a:pt x="35" y="227"/>
                    <a:pt x="35" y="227"/>
                  </a:cubicBezTo>
                  <a:cubicBezTo>
                    <a:pt x="31" y="214"/>
                    <a:pt x="31" y="214"/>
                    <a:pt x="31" y="214"/>
                  </a:cubicBezTo>
                  <a:cubicBezTo>
                    <a:pt x="31" y="214"/>
                    <a:pt x="77" y="217"/>
                    <a:pt x="80" y="139"/>
                  </a:cubicBezTo>
                  <a:cubicBezTo>
                    <a:pt x="81" y="59"/>
                    <a:pt x="62" y="49"/>
                    <a:pt x="40" y="28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3690" y="1765"/>
              <a:ext cx="92" cy="467"/>
            </a:xfrm>
            <a:custGeom>
              <a:rect b="b" l="l" r="r" t="t"/>
              <a:pathLst>
                <a:path extrusionOk="0" h="198" w="39">
                  <a:moveTo>
                    <a:pt x="0" y="0"/>
                  </a:moveTo>
                  <a:cubicBezTo>
                    <a:pt x="21" y="16"/>
                    <a:pt x="35" y="47"/>
                    <a:pt x="37" y="87"/>
                  </a:cubicBezTo>
                  <a:cubicBezTo>
                    <a:pt x="39" y="127"/>
                    <a:pt x="29" y="198"/>
                    <a:pt x="29" y="198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5" y="194"/>
                    <a:pt x="21" y="129"/>
                    <a:pt x="19" y="95"/>
                  </a:cubicBezTo>
                  <a:cubicBezTo>
                    <a:pt x="18" y="61"/>
                    <a:pt x="15" y="35"/>
                    <a:pt x="0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2481" y="1663"/>
              <a:ext cx="2130" cy="1410"/>
            </a:xfrm>
            <a:custGeom>
              <a:rect b="b" l="l" r="r" t="t"/>
              <a:pathLst>
                <a:path extrusionOk="0" h="597" w="902">
                  <a:moveTo>
                    <a:pt x="0" y="242"/>
                  </a:moveTo>
                  <a:cubicBezTo>
                    <a:pt x="17" y="238"/>
                    <a:pt x="34" y="238"/>
                    <a:pt x="49" y="238"/>
                  </a:cubicBezTo>
                  <a:cubicBezTo>
                    <a:pt x="78" y="188"/>
                    <a:pt x="161" y="135"/>
                    <a:pt x="239" y="146"/>
                  </a:cubicBezTo>
                  <a:cubicBezTo>
                    <a:pt x="239" y="83"/>
                    <a:pt x="260" y="35"/>
                    <a:pt x="286" y="10"/>
                  </a:cubicBezTo>
                  <a:cubicBezTo>
                    <a:pt x="317" y="0"/>
                    <a:pt x="381" y="28"/>
                    <a:pt x="403" y="46"/>
                  </a:cubicBezTo>
                  <a:cubicBezTo>
                    <a:pt x="387" y="74"/>
                    <a:pt x="382" y="111"/>
                    <a:pt x="387" y="132"/>
                  </a:cubicBezTo>
                  <a:cubicBezTo>
                    <a:pt x="387" y="132"/>
                    <a:pt x="468" y="126"/>
                    <a:pt x="520" y="148"/>
                  </a:cubicBezTo>
                  <a:cubicBezTo>
                    <a:pt x="570" y="169"/>
                    <a:pt x="587" y="190"/>
                    <a:pt x="587" y="190"/>
                  </a:cubicBezTo>
                  <a:cubicBezTo>
                    <a:pt x="587" y="190"/>
                    <a:pt x="684" y="202"/>
                    <a:pt x="723" y="224"/>
                  </a:cubicBezTo>
                  <a:cubicBezTo>
                    <a:pt x="775" y="253"/>
                    <a:pt x="884" y="347"/>
                    <a:pt x="898" y="500"/>
                  </a:cubicBezTo>
                  <a:cubicBezTo>
                    <a:pt x="900" y="536"/>
                    <a:pt x="901" y="568"/>
                    <a:pt x="902" y="597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242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2481" y="2036"/>
              <a:ext cx="2118" cy="1037"/>
            </a:xfrm>
            <a:custGeom>
              <a:rect b="b" l="l" r="r" t="t"/>
              <a:pathLst>
                <a:path extrusionOk="0" h="439" w="897">
                  <a:moveTo>
                    <a:pt x="0" y="127"/>
                  </a:moveTo>
                  <a:cubicBezTo>
                    <a:pt x="22" y="118"/>
                    <a:pt x="48" y="112"/>
                    <a:pt x="73" y="112"/>
                  </a:cubicBezTo>
                  <a:cubicBezTo>
                    <a:pt x="161" y="0"/>
                    <a:pt x="344" y="8"/>
                    <a:pt x="463" y="34"/>
                  </a:cubicBezTo>
                  <a:cubicBezTo>
                    <a:pt x="577" y="60"/>
                    <a:pt x="615" y="60"/>
                    <a:pt x="615" y="60"/>
                  </a:cubicBezTo>
                  <a:cubicBezTo>
                    <a:pt x="728" y="57"/>
                    <a:pt x="897" y="200"/>
                    <a:pt x="872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2639" y="1755"/>
              <a:ext cx="1186" cy="657"/>
            </a:xfrm>
            <a:custGeom>
              <a:rect b="b" l="l" r="r" t="t"/>
              <a:pathLst>
                <a:path extrusionOk="0" h="278" w="502">
                  <a:moveTo>
                    <a:pt x="96" y="162"/>
                  </a:moveTo>
                  <a:cubicBezTo>
                    <a:pt x="149" y="139"/>
                    <a:pt x="198" y="145"/>
                    <a:pt x="198" y="145"/>
                  </a:cubicBezTo>
                  <a:cubicBezTo>
                    <a:pt x="198" y="145"/>
                    <a:pt x="188" y="62"/>
                    <a:pt x="228" y="6"/>
                  </a:cubicBezTo>
                  <a:cubicBezTo>
                    <a:pt x="277" y="0"/>
                    <a:pt x="305" y="30"/>
                    <a:pt x="305" y="30"/>
                  </a:cubicBezTo>
                  <a:cubicBezTo>
                    <a:pt x="305" y="30"/>
                    <a:pt x="275" y="124"/>
                    <a:pt x="291" y="143"/>
                  </a:cubicBezTo>
                  <a:cubicBezTo>
                    <a:pt x="331" y="143"/>
                    <a:pt x="418" y="115"/>
                    <a:pt x="502" y="207"/>
                  </a:cubicBezTo>
                  <a:cubicBezTo>
                    <a:pt x="502" y="207"/>
                    <a:pt x="425" y="179"/>
                    <a:pt x="389" y="184"/>
                  </a:cubicBezTo>
                  <a:cubicBezTo>
                    <a:pt x="436" y="211"/>
                    <a:pt x="436" y="248"/>
                    <a:pt x="436" y="248"/>
                  </a:cubicBezTo>
                  <a:cubicBezTo>
                    <a:pt x="436" y="248"/>
                    <a:pt x="351" y="213"/>
                    <a:pt x="285" y="211"/>
                  </a:cubicBezTo>
                  <a:cubicBezTo>
                    <a:pt x="226" y="221"/>
                    <a:pt x="136" y="278"/>
                    <a:pt x="136" y="278"/>
                  </a:cubicBezTo>
                  <a:cubicBezTo>
                    <a:pt x="136" y="278"/>
                    <a:pt x="122" y="247"/>
                    <a:pt x="132" y="198"/>
                  </a:cubicBezTo>
                  <a:cubicBezTo>
                    <a:pt x="87" y="207"/>
                    <a:pt x="0" y="247"/>
                    <a:pt x="0" y="247"/>
                  </a:cubicBezTo>
                  <a:cubicBezTo>
                    <a:pt x="0" y="247"/>
                    <a:pt x="24" y="194"/>
                    <a:pt x="96" y="162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3938" y="2223"/>
              <a:ext cx="567" cy="850"/>
            </a:xfrm>
            <a:custGeom>
              <a:rect b="b" l="l" r="r" t="t"/>
              <a:pathLst>
                <a:path extrusionOk="0" h="360" w="240">
                  <a:moveTo>
                    <a:pt x="189" y="180"/>
                  </a:moveTo>
                  <a:cubicBezTo>
                    <a:pt x="130" y="16"/>
                    <a:pt x="53" y="33"/>
                    <a:pt x="0" y="19"/>
                  </a:cubicBezTo>
                  <a:cubicBezTo>
                    <a:pt x="45" y="0"/>
                    <a:pt x="117" y="27"/>
                    <a:pt x="159" y="84"/>
                  </a:cubicBezTo>
                  <a:cubicBezTo>
                    <a:pt x="202" y="141"/>
                    <a:pt x="240" y="245"/>
                    <a:pt x="240" y="326"/>
                  </a:cubicBezTo>
                  <a:cubicBezTo>
                    <a:pt x="240" y="339"/>
                    <a:pt x="240" y="350"/>
                    <a:pt x="240" y="360"/>
                  </a:cubicBezTo>
                  <a:cubicBezTo>
                    <a:pt x="216" y="360"/>
                    <a:pt x="216" y="360"/>
                    <a:pt x="216" y="360"/>
                  </a:cubicBezTo>
                  <a:cubicBezTo>
                    <a:pt x="218" y="311"/>
                    <a:pt x="213" y="248"/>
                    <a:pt x="189" y="180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3073" y="1769"/>
              <a:ext cx="102" cy="374"/>
            </a:xfrm>
            <a:custGeom>
              <a:rect b="b" l="l" r="r" t="t"/>
              <a:pathLst>
                <a:path extrusionOk="0" h="158" w="43">
                  <a:moveTo>
                    <a:pt x="43" y="0"/>
                  </a:moveTo>
                  <a:cubicBezTo>
                    <a:pt x="43" y="0"/>
                    <a:pt x="20" y="49"/>
                    <a:pt x="17" y="85"/>
                  </a:cubicBezTo>
                  <a:cubicBezTo>
                    <a:pt x="14" y="106"/>
                    <a:pt x="15" y="158"/>
                    <a:pt x="15" y="158"/>
                  </a:cubicBezTo>
                  <a:cubicBezTo>
                    <a:pt x="15" y="158"/>
                    <a:pt x="0" y="139"/>
                    <a:pt x="8" y="83"/>
                  </a:cubicBezTo>
                  <a:cubicBezTo>
                    <a:pt x="18" y="15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3477" y="2414"/>
              <a:ext cx="291" cy="659"/>
            </a:xfrm>
            <a:custGeom>
              <a:rect b="b" l="l" r="r" t="t"/>
              <a:pathLst>
                <a:path extrusionOk="0" h="279" w="123">
                  <a:moveTo>
                    <a:pt x="70" y="131"/>
                  </a:moveTo>
                  <a:cubicBezTo>
                    <a:pt x="59" y="83"/>
                    <a:pt x="0" y="0"/>
                    <a:pt x="0" y="0"/>
                  </a:cubicBezTo>
                  <a:cubicBezTo>
                    <a:pt x="0" y="0"/>
                    <a:pt x="74" y="35"/>
                    <a:pt x="94" y="71"/>
                  </a:cubicBezTo>
                  <a:cubicBezTo>
                    <a:pt x="112" y="108"/>
                    <a:pt x="123" y="239"/>
                    <a:pt x="123" y="245"/>
                  </a:cubicBezTo>
                  <a:cubicBezTo>
                    <a:pt x="123" y="248"/>
                    <a:pt x="122" y="263"/>
                    <a:pt x="120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80" y="237"/>
                    <a:pt x="81" y="180"/>
                    <a:pt x="70" y="13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3442" y="2393"/>
              <a:ext cx="364" cy="680"/>
            </a:xfrm>
            <a:custGeom>
              <a:rect b="b" l="l" r="r" t="t"/>
              <a:pathLst>
                <a:path extrusionOk="0" h="288" w="154">
                  <a:moveTo>
                    <a:pt x="119" y="144"/>
                  </a:moveTo>
                  <a:cubicBezTo>
                    <a:pt x="98" y="50"/>
                    <a:pt x="0" y="0"/>
                    <a:pt x="0" y="0"/>
                  </a:cubicBezTo>
                  <a:cubicBezTo>
                    <a:pt x="0" y="0"/>
                    <a:pt x="110" y="16"/>
                    <a:pt x="141" y="148"/>
                  </a:cubicBezTo>
                  <a:cubicBezTo>
                    <a:pt x="154" y="200"/>
                    <a:pt x="152" y="248"/>
                    <a:pt x="148" y="288"/>
                  </a:cubicBezTo>
                  <a:cubicBezTo>
                    <a:pt x="128" y="288"/>
                    <a:pt x="128" y="288"/>
                    <a:pt x="128" y="288"/>
                  </a:cubicBezTo>
                  <a:cubicBezTo>
                    <a:pt x="129" y="240"/>
                    <a:pt x="128" y="186"/>
                    <a:pt x="119" y="144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2481" y="2452"/>
              <a:ext cx="276" cy="621"/>
            </a:xfrm>
            <a:custGeom>
              <a:rect b="b" l="l" r="r" t="t"/>
              <a:pathLst>
                <a:path extrusionOk="0" h="263" w="117">
                  <a:moveTo>
                    <a:pt x="0" y="194"/>
                  </a:moveTo>
                  <a:cubicBezTo>
                    <a:pt x="5" y="152"/>
                    <a:pt x="13" y="94"/>
                    <a:pt x="24" y="72"/>
                  </a:cubicBezTo>
                  <a:cubicBezTo>
                    <a:pt x="44" y="36"/>
                    <a:pt x="117" y="0"/>
                    <a:pt x="117" y="0"/>
                  </a:cubicBezTo>
                  <a:cubicBezTo>
                    <a:pt x="117" y="0"/>
                    <a:pt x="58" y="84"/>
                    <a:pt x="48" y="131"/>
                  </a:cubicBezTo>
                  <a:cubicBezTo>
                    <a:pt x="38" y="175"/>
                    <a:pt x="37" y="224"/>
                    <a:pt x="4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0" y="194"/>
                    <a:pt x="0" y="194"/>
                    <a:pt x="0" y="19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2481" y="2433"/>
              <a:ext cx="314" cy="640"/>
            </a:xfrm>
            <a:custGeom>
              <a:rect b="b" l="l" r="r" t="t"/>
              <a:pathLst>
                <a:path extrusionOk="0" h="271" w="133">
                  <a:moveTo>
                    <a:pt x="0" y="118"/>
                  </a:moveTo>
                  <a:cubicBezTo>
                    <a:pt x="38" y="13"/>
                    <a:pt x="133" y="0"/>
                    <a:pt x="133" y="0"/>
                  </a:cubicBezTo>
                  <a:cubicBezTo>
                    <a:pt x="133" y="0"/>
                    <a:pt x="34" y="50"/>
                    <a:pt x="13" y="144"/>
                  </a:cubicBezTo>
                  <a:cubicBezTo>
                    <a:pt x="5" y="181"/>
                    <a:pt x="3" y="228"/>
                    <a:pt x="4" y="271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3307" y="1817"/>
              <a:ext cx="57" cy="281"/>
            </a:xfrm>
            <a:custGeom>
              <a:rect b="b" l="l" r="r" t="t"/>
              <a:pathLst>
                <a:path extrusionOk="0" h="119" w="24">
                  <a:moveTo>
                    <a:pt x="24" y="9"/>
                  </a:moveTo>
                  <a:cubicBezTo>
                    <a:pt x="24" y="9"/>
                    <a:pt x="13" y="46"/>
                    <a:pt x="12" y="62"/>
                  </a:cubicBezTo>
                  <a:cubicBezTo>
                    <a:pt x="9" y="79"/>
                    <a:pt x="13" y="117"/>
                    <a:pt x="13" y="117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4" y="119"/>
                    <a:pt x="0" y="79"/>
                    <a:pt x="0" y="60"/>
                  </a:cubicBezTo>
                  <a:cubicBezTo>
                    <a:pt x="0" y="41"/>
                    <a:pt x="17" y="0"/>
                    <a:pt x="17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3865" y="2511"/>
              <a:ext cx="949" cy="562"/>
            </a:xfrm>
            <a:custGeom>
              <a:rect b="b" l="l" r="r" t="t"/>
              <a:pathLst>
                <a:path extrusionOk="0" h="238" w="402">
                  <a:moveTo>
                    <a:pt x="224" y="0"/>
                  </a:moveTo>
                  <a:cubicBezTo>
                    <a:pt x="228" y="0"/>
                    <a:pt x="232" y="1"/>
                    <a:pt x="233" y="3"/>
                  </a:cubicBezTo>
                  <a:cubicBezTo>
                    <a:pt x="237" y="12"/>
                    <a:pt x="245" y="38"/>
                    <a:pt x="245" y="38"/>
                  </a:cubicBezTo>
                  <a:cubicBezTo>
                    <a:pt x="245" y="38"/>
                    <a:pt x="284" y="50"/>
                    <a:pt x="297" y="69"/>
                  </a:cubicBezTo>
                  <a:cubicBezTo>
                    <a:pt x="321" y="66"/>
                    <a:pt x="370" y="76"/>
                    <a:pt x="382" y="99"/>
                  </a:cubicBezTo>
                  <a:cubicBezTo>
                    <a:pt x="394" y="121"/>
                    <a:pt x="402" y="157"/>
                    <a:pt x="400" y="201"/>
                  </a:cubicBezTo>
                  <a:cubicBezTo>
                    <a:pt x="399" y="216"/>
                    <a:pt x="396" y="228"/>
                    <a:pt x="392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7" y="218"/>
                    <a:pt x="0" y="185"/>
                    <a:pt x="8" y="137"/>
                  </a:cubicBezTo>
                  <a:cubicBezTo>
                    <a:pt x="12" y="114"/>
                    <a:pt x="44" y="61"/>
                    <a:pt x="67" y="54"/>
                  </a:cubicBezTo>
                  <a:cubicBezTo>
                    <a:pt x="92" y="46"/>
                    <a:pt x="136" y="54"/>
                    <a:pt x="136" y="54"/>
                  </a:cubicBezTo>
                  <a:cubicBezTo>
                    <a:pt x="136" y="54"/>
                    <a:pt x="136" y="54"/>
                    <a:pt x="185" y="40"/>
                  </a:cubicBezTo>
                  <a:cubicBezTo>
                    <a:pt x="185" y="40"/>
                    <a:pt x="185" y="40"/>
                    <a:pt x="185" y="6"/>
                  </a:cubicBezTo>
                  <a:cubicBezTo>
                    <a:pt x="185" y="6"/>
                    <a:pt x="210" y="0"/>
                    <a:pt x="22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4120" y="2639"/>
              <a:ext cx="465" cy="120"/>
            </a:xfrm>
            <a:custGeom>
              <a:rect b="b" l="l" r="r" t="t"/>
              <a:pathLst>
                <a:path extrusionOk="0" h="51" w="197">
                  <a:moveTo>
                    <a:pt x="193" y="49"/>
                  </a:moveTo>
                  <a:cubicBezTo>
                    <a:pt x="193" y="49"/>
                    <a:pt x="192" y="48"/>
                    <a:pt x="190" y="47"/>
                  </a:cubicBezTo>
                  <a:cubicBezTo>
                    <a:pt x="180" y="40"/>
                    <a:pt x="151" y="10"/>
                    <a:pt x="113" y="5"/>
                  </a:cubicBezTo>
                  <a:cubicBezTo>
                    <a:pt x="68" y="0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97" y="51"/>
                    <a:pt x="197" y="51"/>
                    <a:pt x="197" y="51"/>
                  </a:cubicBezTo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3919" y="2629"/>
              <a:ext cx="888" cy="459"/>
            </a:xfrm>
            <a:custGeom>
              <a:rect b="b" l="l" r="r" t="t"/>
              <a:pathLst>
                <a:path extrusionOk="0" h="194" w="376">
                  <a:moveTo>
                    <a:pt x="180" y="24"/>
                  </a:moveTo>
                  <a:cubicBezTo>
                    <a:pt x="212" y="24"/>
                    <a:pt x="246" y="33"/>
                    <a:pt x="268" y="54"/>
                  </a:cubicBezTo>
                  <a:cubicBezTo>
                    <a:pt x="354" y="36"/>
                    <a:pt x="376" y="136"/>
                    <a:pt x="341" y="194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4" y="173"/>
                    <a:pt x="0" y="147"/>
                    <a:pt x="2" y="123"/>
                  </a:cubicBezTo>
                  <a:cubicBezTo>
                    <a:pt x="9" y="27"/>
                    <a:pt x="66" y="0"/>
                    <a:pt x="101" y="45"/>
                  </a:cubicBezTo>
                  <a:cubicBezTo>
                    <a:pt x="116" y="32"/>
                    <a:pt x="147" y="24"/>
                    <a:pt x="180" y="24"/>
                  </a:cubicBezTo>
                  <a:close/>
                </a:path>
              </a:pathLst>
            </a:custGeom>
            <a:solidFill>
              <a:srgbClr val="EE91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3905" y="2660"/>
              <a:ext cx="869" cy="423"/>
            </a:xfrm>
            <a:custGeom>
              <a:rect b="b" l="l" r="r" t="t"/>
              <a:pathLst>
                <a:path extrusionOk="0" h="179" w="368">
                  <a:moveTo>
                    <a:pt x="252" y="56"/>
                  </a:moveTo>
                  <a:cubicBezTo>
                    <a:pt x="267" y="57"/>
                    <a:pt x="273" y="78"/>
                    <a:pt x="278" y="133"/>
                  </a:cubicBezTo>
                  <a:cubicBezTo>
                    <a:pt x="278" y="150"/>
                    <a:pt x="276" y="166"/>
                    <a:pt x="274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68"/>
                    <a:pt x="263" y="156"/>
                    <a:pt x="263" y="141"/>
                  </a:cubicBezTo>
                  <a:cubicBezTo>
                    <a:pt x="265" y="94"/>
                    <a:pt x="257" y="65"/>
                    <a:pt x="252" y="56"/>
                  </a:cubicBezTo>
                  <a:close/>
                  <a:moveTo>
                    <a:pt x="117" y="43"/>
                  </a:moveTo>
                  <a:cubicBezTo>
                    <a:pt x="117" y="43"/>
                    <a:pt x="103" y="76"/>
                    <a:pt x="97" y="126"/>
                  </a:cubicBezTo>
                  <a:cubicBezTo>
                    <a:pt x="95" y="147"/>
                    <a:pt x="97" y="165"/>
                    <a:pt x="101" y="179"/>
                  </a:cubicBezTo>
                  <a:cubicBezTo>
                    <a:pt x="87" y="179"/>
                    <a:pt x="87" y="179"/>
                    <a:pt x="87" y="179"/>
                  </a:cubicBezTo>
                  <a:cubicBezTo>
                    <a:pt x="83" y="162"/>
                    <a:pt x="81" y="140"/>
                    <a:pt x="85" y="120"/>
                  </a:cubicBezTo>
                  <a:cubicBezTo>
                    <a:pt x="100" y="51"/>
                    <a:pt x="117" y="43"/>
                    <a:pt x="117" y="43"/>
                  </a:cubicBezTo>
                  <a:close/>
                  <a:moveTo>
                    <a:pt x="308" y="24"/>
                  </a:moveTo>
                  <a:cubicBezTo>
                    <a:pt x="334" y="23"/>
                    <a:pt x="353" y="49"/>
                    <a:pt x="360" y="80"/>
                  </a:cubicBezTo>
                  <a:cubicBezTo>
                    <a:pt x="368" y="119"/>
                    <a:pt x="363" y="161"/>
                    <a:pt x="352" y="179"/>
                  </a:cubicBezTo>
                  <a:cubicBezTo>
                    <a:pt x="334" y="179"/>
                    <a:pt x="334" y="179"/>
                    <a:pt x="334" y="179"/>
                  </a:cubicBezTo>
                  <a:cubicBezTo>
                    <a:pt x="345" y="160"/>
                    <a:pt x="345" y="160"/>
                    <a:pt x="345" y="160"/>
                  </a:cubicBezTo>
                  <a:cubicBezTo>
                    <a:pt x="366" y="98"/>
                    <a:pt x="338" y="50"/>
                    <a:pt x="326" y="43"/>
                  </a:cubicBezTo>
                  <a:cubicBezTo>
                    <a:pt x="314" y="36"/>
                    <a:pt x="266" y="34"/>
                    <a:pt x="266" y="34"/>
                  </a:cubicBezTo>
                  <a:cubicBezTo>
                    <a:pt x="251" y="29"/>
                    <a:pt x="251" y="29"/>
                    <a:pt x="251" y="29"/>
                  </a:cubicBezTo>
                  <a:cubicBezTo>
                    <a:pt x="251" y="29"/>
                    <a:pt x="282" y="24"/>
                    <a:pt x="308" y="24"/>
                  </a:cubicBezTo>
                  <a:close/>
                  <a:moveTo>
                    <a:pt x="77" y="6"/>
                  </a:moveTo>
                  <a:cubicBezTo>
                    <a:pt x="90" y="7"/>
                    <a:pt x="104" y="13"/>
                    <a:pt x="120" y="22"/>
                  </a:cubicBezTo>
                  <a:cubicBezTo>
                    <a:pt x="120" y="22"/>
                    <a:pt x="69" y="12"/>
                    <a:pt x="55" y="19"/>
                  </a:cubicBezTo>
                  <a:cubicBezTo>
                    <a:pt x="34" y="41"/>
                    <a:pt x="5" y="88"/>
                    <a:pt x="18" y="147"/>
                  </a:cubicBezTo>
                  <a:cubicBezTo>
                    <a:pt x="21" y="161"/>
                    <a:pt x="26" y="171"/>
                    <a:pt x="31" y="179"/>
                  </a:cubicBezTo>
                  <a:cubicBezTo>
                    <a:pt x="15" y="179"/>
                    <a:pt x="15" y="179"/>
                    <a:pt x="15" y="179"/>
                  </a:cubicBezTo>
                  <a:cubicBezTo>
                    <a:pt x="1" y="153"/>
                    <a:pt x="0" y="118"/>
                    <a:pt x="6" y="84"/>
                  </a:cubicBezTo>
                  <a:cubicBezTo>
                    <a:pt x="17" y="28"/>
                    <a:pt x="39" y="0"/>
                    <a:pt x="77" y="6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4240" y="2565"/>
              <a:ext cx="218" cy="218"/>
            </a:xfrm>
            <a:custGeom>
              <a:rect b="b" l="l" r="r" t="t"/>
              <a:pathLst>
                <a:path extrusionOk="0" h="92" w="92">
                  <a:moveTo>
                    <a:pt x="0" y="68"/>
                  </a:moveTo>
                  <a:cubicBezTo>
                    <a:pt x="0" y="68"/>
                    <a:pt x="21" y="87"/>
                    <a:pt x="50" y="89"/>
                  </a:cubicBezTo>
                  <a:cubicBezTo>
                    <a:pt x="87" y="92"/>
                    <a:pt x="92" y="71"/>
                    <a:pt x="92" y="71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56"/>
                    <a:pt x="83" y="32"/>
                    <a:pt x="64" y="6"/>
                  </a:cubicBezTo>
                  <a:cubicBezTo>
                    <a:pt x="47" y="0"/>
                    <a:pt x="37" y="7"/>
                    <a:pt x="37" y="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7"/>
                    <a:pt x="1" y="53"/>
                    <a:pt x="0" y="6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4243" y="2577"/>
              <a:ext cx="233" cy="213"/>
            </a:xfrm>
            <a:custGeom>
              <a:rect b="b" l="l" r="r" t="t"/>
              <a:pathLst>
                <a:path extrusionOk="0" h="90" w="99">
                  <a:moveTo>
                    <a:pt x="0" y="63"/>
                  </a:moveTo>
                  <a:cubicBezTo>
                    <a:pt x="0" y="63"/>
                    <a:pt x="19" y="86"/>
                    <a:pt x="46" y="87"/>
                  </a:cubicBezTo>
                  <a:cubicBezTo>
                    <a:pt x="73" y="89"/>
                    <a:pt x="82" y="90"/>
                    <a:pt x="91" y="71"/>
                  </a:cubicBezTo>
                  <a:cubicBezTo>
                    <a:pt x="99" y="53"/>
                    <a:pt x="71" y="50"/>
                    <a:pt x="71" y="50"/>
                  </a:cubicBezTo>
                  <a:cubicBezTo>
                    <a:pt x="71" y="50"/>
                    <a:pt x="78" y="39"/>
                    <a:pt x="76" y="24"/>
                  </a:cubicBezTo>
                  <a:cubicBezTo>
                    <a:pt x="74" y="9"/>
                    <a:pt x="66" y="1"/>
                    <a:pt x="66" y="1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8" y="13"/>
                    <a:pt x="67" y="27"/>
                  </a:cubicBezTo>
                  <a:cubicBezTo>
                    <a:pt x="66" y="40"/>
                    <a:pt x="60" y="54"/>
                    <a:pt x="60" y="54"/>
                  </a:cubicBezTo>
                  <a:cubicBezTo>
                    <a:pt x="60" y="54"/>
                    <a:pt x="82" y="56"/>
                    <a:pt x="82" y="62"/>
                  </a:cubicBezTo>
                  <a:cubicBezTo>
                    <a:pt x="82" y="74"/>
                    <a:pt x="70" y="81"/>
                    <a:pt x="58" y="81"/>
                  </a:cubicBezTo>
                  <a:cubicBezTo>
                    <a:pt x="47" y="81"/>
                    <a:pt x="0" y="63"/>
                    <a:pt x="0" y="63"/>
                  </a:cubicBezTo>
                  <a:close/>
                </a:path>
              </a:pathLst>
            </a:custGeom>
            <a:solidFill>
              <a:srgbClr val="696A2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3310" y="2072"/>
              <a:ext cx="507" cy="167"/>
            </a:xfrm>
            <a:custGeom>
              <a:rect b="b" l="l" r="r" t="t"/>
              <a:pathLst>
                <a:path extrusionOk="0" h="71" w="215">
                  <a:moveTo>
                    <a:pt x="82" y="2"/>
                  </a:moveTo>
                  <a:cubicBezTo>
                    <a:pt x="116" y="3"/>
                    <a:pt x="190" y="29"/>
                    <a:pt x="215" y="71"/>
                  </a:cubicBezTo>
                  <a:cubicBezTo>
                    <a:pt x="161" y="35"/>
                    <a:pt x="125" y="17"/>
                    <a:pt x="98" y="13"/>
                  </a:cubicBezTo>
                  <a:cubicBezTo>
                    <a:pt x="76" y="9"/>
                    <a:pt x="76" y="12"/>
                    <a:pt x="0" y="14"/>
                  </a:cubicBezTo>
                  <a:cubicBezTo>
                    <a:pt x="0" y="14"/>
                    <a:pt x="27" y="0"/>
                    <a:pt x="82" y="2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629" name="Google Shape;629;p7"/>
          <p:cNvGrpSpPr/>
          <p:nvPr/>
        </p:nvGrpSpPr>
        <p:grpSpPr>
          <a:xfrm>
            <a:off x="-1588" y="3799401"/>
            <a:ext cx="4386410" cy="3084511"/>
            <a:chOff x="-1588" y="4419600"/>
            <a:chExt cx="3504440" cy="2464312"/>
          </a:xfrm>
        </p:grpSpPr>
        <p:grpSp>
          <p:nvGrpSpPr>
            <p:cNvPr id="630" name="Google Shape;630;p7"/>
            <p:cNvGrpSpPr/>
            <p:nvPr/>
          </p:nvGrpSpPr>
          <p:grpSpPr>
            <a:xfrm>
              <a:off x="-321" y="4419600"/>
              <a:ext cx="2827754" cy="2458133"/>
              <a:chOff x="437" y="-367"/>
              <a:chExt cx="5799" cy="5041"/>
            </a:xfrm>
          </p:grpSpPr>
          <p:sp>
            <p:nvSpPr>
              <p:cNvPr id="631" name="Google Shape;631;p7"/>
              <p:cNvSpPr/>
              <p:nvPr/>
            </p:nvSpPr>
            <p:spPr>
              <a:xfrm>
                <a:off x="2494" y="-126"/>
                <a:ext cx="1751" cy="1833"/>
              </a:xfrm>
              <a:custGeom>
                <a:rect b="b" l="l" r="r" t="t"/>
                <a:pathLst>
                  <a:path extrusionOk="0" h="776" w="741">
                    <a:moveTo>
                      <a:pt x="484" y="111"/>
                    </a:moveTo>
                    <a:cubicBezTo>
                      <a:pt x="454" y="48"/>
                      <a:pt x="372" y="48"/>
                      <a:pt x="372" y="48"/>
                    </a:cubicBezTo>
                    <a:cubicBezTo>
                      <a:pt x="372" y="48"/>
                      <a:pt x="372" y="48"/>
                      <a:pt x="375" y="0"/>
                    </a:cubicBezTo>
                    <a:cubicBezTo>
                      <a:pt x="375" y="0"/>
                      <a:pt x="375" y="0"/>
                      <a:pt x="301" y="2"/>
                    </a:cubicBezTo>
                    <a:cubicBezTo>
                      <a:pt x="301" y="2"/>
                      <a:pt x="212" y="51"/>
                      <a:pt x="207" y="112"/>
                    </a:cubicBezTo>
                    <a:cubicBezTo>
                      <a:pt x="167" y="115"/>
                      <a:pt x="143" y="132"/>
                      <a:pt x="71" y="202"/>
                    </a:cubicBezTo>
                    <a:cubicBezTo>
                      <a:pt x="0" y="270"/>
                      <a:pt x="48" y="561"/>
                      <a:pt x="48" y="561"/>
                    </a:cubicBezTo>
                    <a:cubicBezTo>
                      <a:pt x="48" y="561"/>
                      <a:pt x="99" y="732"/>
                      <a:pt x="142" y="741"/>
                    </a:cubicBezTo>
                    <a:cubicBezTo>
                      <a:pt x="186" y="751"/>
                      <a:pt x="229" y="735"/>
                      <a:pt x="229" y="735"/>
                    </a:cubicBezTo>
                    <a:cubicBezTo>
                      <a:pt x="229" y="735"/>
                      <a:pt x="301" y="776"/>
                      <a:pt x="392" y="766"/>
                    </a:cubicBezTo>
                    <a:cubicBezTo>
                      <a:pt x="483" y="756"/>
                      <a:pt x="505" y="743"/>
                      <a:pt x="542" y="711"/>
                    </a:cubicBezTo>
                    <a:cubicBezTo>
                      <a:pt x="579" y="706"/>
                      <a:pt x="648" y="688"/>
                      <a:pt x="680" y="648"/>
                    </a:cubicBezTo>
                    <a:cubicBezTo>
                      <a:pt x="711" y="607"/>
                      <a:pt x="741" y="527"/>
                      <a:pt x="741" y="451"/>
                    </a:cubicBezTo>
                    <a:cubicBezTo>
                      <a:pt x="741" y="377"/>
                      <a:pt x="676" y="218"/>
                      <a:pt x="676" y="218"/>
                    </a:cubicBezTo>
                    <a:cubicBezTo>
                      <a:pt x="676" y="218"/>
                      <a:pt x="636" y="120"/>
                      <a:pt x="484" y="11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2" name="Google Shape;632;p7"/>
              <p:cNvSpPr/>
              <p:nvPr/>
            </p:nvSpPr>
            <p:spPr>
              <a:xfrm>
                <a:off x="2365" y="89"/>
                <a:ext cx="1807" cy="1630"/>
              </a:xfrm>
              <a:custGeom>
                <a:rect b="b" l="l" r="r" t="t"/>
                <a:pathLst>
                  <a:path extrusionOk="0" h="690" w="765">
                    <a:moveTo>
                      <a:pt x="530" y="54"/>
                    </a:moveTo>
                    <a:cubicBezTo>
                      <a:pt x="482" y="0"/>
                      <a:pt x="360" y="6"/>
                      <a:pt x="311" y="59"/>
                    </a:cubicBezTo>
                    <a:cubicBezTo>
                      <a:pt x="0" y="13"/>
                      <a:pt x="79" y="668"/>
                      <a:pt x="288" y="605"/>
                    </a:cubicBezTo>
                    <a:cubicBezTo>
                      <a:pt x="341" y="690"/>
                      <a:pt x="546" y="652"/>
                      <a:pt x="587" y="593"/>
                    </a:cubicBezTo>
                    <a:cubicBezTo>
                      <a:pt x="710" y="587"/>
                      <a:pt x="765" y="485"/>
                      <a:pt x="752" y="341"/>
                    </a:cubicBezTo>
                    <a:cubicBezTo>
                      <a:pt x="737" y="166"/>
                      <a:pt x="635" y="16"/>
                      <a:pt x="530" y="54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3" name="Google Shape;633;p7"/>
              <p:cNvSpPr/>
              <p:nvPr/>
            </p:nvSpPr>
            <p:spPr>
              <a:xfrm>
                <a:off x="3614" y="219"/>
                <a:ext cx="532" cy="1252"/>
              </a:xfrm>
              <a:custGeom>
                <a:rect b="b" l="l" r="r" t="t"/>
                <a:pathLst>
                  <a:path extrusionOk="0" h="530" w="225">
                    <a:moveTo>
                      <a:pt x="0" y="0"/>
                    </a:moveTo>
                    <a:cubicBezTo>
                      <a:pt x="0" y="0"/>
                      <a:pt x="33" y="16"/>
                      <a:pt x="67" y="32"/>
                    </a:cubicBezTo>
                    <a:cubicBezTo>
                      <a:pt x="100" y="49"/>
                      <a:pt x="169" y="115"/>
                      <a:pt x="189" y="284"/>
                    </a:cubicBezTo>
                    <a:cubicBezTo>
                      <a:pt x="213" y="490"/>
                      <a:pt x="68" y="527"/>
                      <a:pt x="68" y="527"/>
                    </a:cubicBezTo>
                    <a:cubicBezTo>
                      <a:pt x="68" y="527"/>
                      <a:pt x="92" y="530"/>
                      <a:pt x="100" y="530"/>
                    </a:cubicBezTo>
                    <a:cubicBezTo>
                      <a:pt x="146" y="526"/>
                      <a:pt x="195" y="468"/>
                      <a:pt x="207" y="381"/>
                    </a:cubicBezTo>
                    <a:cubicBezTo>
                      <a:pt x="225" y="252"/>
                      <a:pt x="181" y="134"/>
                      <a:pt x="126" y="60"/>
                    </a:cubicBezTo>
                    <a:cubicBezTo>
                      <a:pt x="86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4" name="Google Shape;634;p7"/>
              <p:cNvSpPr/>
              <p:nvPr/>
            </p:nvSpPr>
            <p:spPr>
              <a:xfrm>
                <a:off x="3536" y="349"/>
                <a:ext cx="329" cy="1091"/>
              </a:xfrm>
              <a:custGeom>
                <a:rect b="b" l="l" r="r" t="t"/>
                <a:pathLst>
                  <a:path extrusionOk="0" h="462" w="139">
                    <a:moveTo>
                      <a:pt x="0" y="0"/>
                    </a:moveTo>
                    <a:cubicBezTo>
                      <a:pt x="0" y="0"/>
                      <a:pt x="95" y="59"/>
                      <a:pt x="103" y="182"/>
                    </a:cubicBezTo>
                    <a:cubicBezTo>
                      <a:pt x="115" y="378"/>
                      <a:pt x="71" y="462"/>
                      <a:pt x="71" y="462"/>
                    </a:cubicBezTo>
                    <a:cubicBezTo>
                      <a:pt x="71" y="462"/>
                      <a:pt x="93" y="459"/>
                      <a:pt x="109" y="422"/>
                    </a:cubicBezTo>
                    <a:cubicBezTo>
                      <a:pt x="131" y="369"/>
                      <a:pt x="139" y="276"/>
                      <a:pt x="118" y="160"/>
                    </a:cubicBezTo>
                    <a:cubicBezTo>
                      <a:pt x="90" y="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5" name="Google Shape;635;p7"/>
              <p:cNvSpPr/>
              <p:nvPr/>
            </p:nvSpPr>
            <p:spPr>
              <a:xfrm>
                <a:off x="3005" y="-100"/>
                <a:ext cx="680" cy="425"/>
              </a:xfrm>
              <a:custGeom>
                <a:rect b="b" l="l" r="r" t="t"/>
                <a:pathLst>
                  <a:path extrusionOk="0" h="180" w="288">
                    <a:moveTo>
                      <a:pt x="234" y="75"/>
                    </a:moveTo>
                    <a:cubicBezTo>
                      <a:pt x="183" y="55"/>
                      <a:pt x="143" y="52"/>
                      <a:pt x="143" y="5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0" y="96"/>
                      <a:pt x="4" y="138"/>
                    </a:cubicBezTo>
                    <a:cubicBezTo>
                      <a:pt x="6" y="180"/>
                      <a:pt x="186" y="177"/>
                      <a:pt x="288" y="142"/>
                    </a:cubicBezTo>
                    <a:cubicBezTo>
                      <a:pt x="288" y="142"/>
                      <a:pt x="285" y="94"/>
                      <a:pt x="234" y="75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6" name="Google Shape;636;p7"/>
              <p:cNvSpPr/>
              <p:nvPr/>
            </p:nvSpPr>
            <p:spPr>
              <a:xfrm>
                <a:off x="2955" y="-100"/>
                <a:ext cx="579" cy="475"/>
              </a:xfrm>
              <a:custGeom>
                <a:rect b="b" l="l" r="r" t="t"/>
                <a:pathLst>
                  <a:path extrusionOk="0" h="201" w="245">
                    <a:moveTo>
                      <a:pt x="87" y="152"/>
                    </a:moveTo>
                    <a:cubicBezTo>
                      <a:pt x="76" y="146"/>
                      <a:pt x="76" y="105"/>
                      <a:pt x="79" y="83"/>
                    </a:cubicBezTo>
                    <a:cubicBezTo>
                      <a:pt x="82" y="62"/>
                      <a:pt x="129" y="0"/>
                      <a:pt x="129" y="0"/>
                    </a:cubicBezTo>
                    <a:cubicBezTo>
                      <a:pt x="129" y="0"/>
                      <a:pt x="71" y="32"/>
                      <a:pt x="44" y="81"/>
                    </a:cubicBezTo>
                    <a:cubicBezTo>
                      <a:pt x="23" y="118"/>
                      <a:pt x="0" y="158"/>
                      <a:pt x="53" y="177"/>
                    </a:cubicBezTo>
                    <a:cubicBezTo>
                      <a:pt x="124" y="201"/>
                      <a:pt x="202" y="185"/>
                      <a:pt x="245" y="158"/>
                    </a:cubicBezTo>
                    <a:cubicBezTo>
                      <a:pt x="224" y="158"/>
                      <a:pt x="136" y="184"/>
                      <a:pt x="87" y="152"/>
                    </a:cubicBezTo>
                    <a:close/>
                  </a:path>
                </a:pathLst>
              </a:custGeom>
              <a:solidFill>
                <a:srgbClr val="5E6C2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7" name="Google Shape;637;p7"/>
              <p:cNvSpPr/>
              <p:nvPr/>
            </p:nvSpPr>
            <p:spPr>
              <a:xfrm>
                <a:off x="477" y="-161"/>
                <a:ext cx="2412" cy="1991"/>
              </a:xfrm>
              <a:custGeom>
                <a:rect b="b" l="l" r="r" t="t"/>
                <a:pathLst>
                  <a:path extrusionOk="0" h="843" w="1021">
                    <a:moveTo>
                      <a:pt x="604" y="82"/>
                    </a:moveTo>
                    <a:cubicBezTo>
                      <a:pt x="531" y="0"/>
                      <a:pt x="376" y="37"/>
                      <a:pt x="341" y="75"/>
                    </a:cubicBezTo>
                    <a:cubicBezTo>
                      <a:pt x="163" y="36"/>
                      <a:pt x="34" y="214"/>
                      <a:pt x="15" y="425"/>
                    </a:cubicBezTo>
                    <a:cubicBezTo>
                      <a:pt x="0" y="597"/>
                      <a:pt x="122" y="718"/>
                      <a:pt x="270" y="726"/>
                    </a:cubicBezTo>
                    <a:cubicBezTo>
                      <a:pt x="320" y="797"/>
                      <a:pt x="568" y="843"/>
                      <a:pt x="633" y="740"/>
                    </a:cubicBezTo>
                    <a:cubicBezTo>
                      <a:pt x="884" y="817"/>
                      <a:pt x="1021" y="50"/>
                      <a:pt x="604" y="82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8" name="Google Shape;638;p7"/>
              <p:cNvSpPr/>
              <p:nvPr/>
            </p:nvSpPr>
            <p:spPr>
              <a:xfrm>
                <a:off x="560" y="61"/>
                <a:ext cx="831" cy="1540"/>
              </a:xfrm>
              <a:custGeom>
                <a:rect b="b" l="l" r="r" t="t"/>
                <a:pathLst>
                  <a:path extrusionOk="0" h="652" w="352">
                    <a:moveTo>
                      <a:pt x="193" y="242"/>
                    </a:moveTo>
                    <a:cubicBezTo>
                      <a:pt x="164" y="400"/>
                      <a:pt x="175" y="525"/>
                      <a:pt x="206" y="596"/>
                    </a:cubicBezTo>
                    <a:cubicBezTo>
                      <a:pt x="206" y="597"/>
                      <a:pt x="206" y="597"/>
                      <a:pt x="206" y="597"/>
                    </a:cubicBezTo>
                    <a:cubicBezTo>
                      <a:pt x="168" y="587"/>
                      <a:pt x="20" y="528"/>
                      <a:pt x="48" y="320"/>
                    </a:cubicBezTo>
                    <a:cubicBezTo>
                      <a:pt x="76" y="126"/>
                      <a:pt x="157" y="52"/>
                      <a:pt x="204" y="34"/>
                    </a:cubicBezTo>
                    <a:cubicBezTo>
                      <a:pt x="249" y="15"/>
                      <a:pt x="297" y="0"/>
                      <a:pt x="297" y="0"/>
                    </a:cubicBezTo>
                    <a:cubicBezTo>
                      <a:pt x="297" y="0"/>
                      <a:pt x="189" y="1"/>
                      <a:pt x="134" y="64"/>
                    </a:cubicBezTo>
                    <a:cubicBezTo>
                      <a:pt x="60" y="149"/>
                      <a:pt x="0" y="284"/>
                      <a:pt x="24" y="432"/>
                    </a:cubicBezTo>
                    <a:cubicBezTo>
                      <a:pt x="42" y="532"/>
                      <a:pt x="108" y="598"/>
                      <a:pt x="169" y="603"/>
                    </a:cubicBezTo>
                    <a:cubicBezTo>
                      <a:pt x="178" y="603"/>
                      <a:pt x="196" y="602"/>
                      <a:pt x="207" y="601"/>
                    </a:cubicBezTo>
                    <a:cubicBezTo>
                      <a:pt x="227" y="648"/>
                      <a:pt x="254" y="652"/>
                      <a:pt x="254" y="652"/>
                    </a:cubicBezTo>
                    <a:cubicBezTo>
                      <a:pt x="254" y="652"/>
                      <a:pt x="197" y="538"/>
                      <a:pt x="213" y="272"/>
                    </a:cubicBezTo>
                    <a:cubicBezTo>
                      <a:pt x="224" y="106"/>
                      <a:pt x="352" y="27"/>
                      <a:pt x="352" y="27"/>
                    </a:cubicBezTo>
                    <a:cubicBezTo>
                      <a:pt x="352" y="27"/>
                      <a:pt x="230" y="32"/>
                      <a:pt x="193" y="242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39" name="Google Shape;639;p7"/>
              <p:cNvSpPr/>
              <p:nvPr/>
            </p:nvSpPr>
            <p:spPr>
              <a:xfrm>
                <a:off x="1984" y="172"/>
                <a:ext cx="262" cy="1389"/>
              </a:xfrm>
              <a:custGeom>
                <a:rect b="b" l="l" r="r" t="t"/>
                <a:pathLst>
                  <a:path extrusionOk="0" h="588" w="111">
                    <a:moveTo>
                      <a:pt x="24" y="0"/>
                    </a:moveTo>
                    <a:cubicBezTo>
                      <a:pt x="24" y="0"/>
                      <a:pt x="87" y="57"/>
                      <a:pt x="93" y="185"/>
                    </a:cubicBezTo>
                    <a:cubicBezTo>
                      <a:pt x="102" y="350"/>
                      <a:pt x="0" y="588"/>
                      <a:pt x="0" y="588"/>
                    </a:cubicBezTo>
                    <a:cubicBezTo>
                      <a:pt x="0" y="588"/>
                      <a:pt x="16" y="576"/>
                      <a:pt x="26" y="575"/>
                    </a:cubicBezTo>
                    <a:cubicBezTo>
                      <a:pt x="80" y="501"/>
                      <a:pt x="111" y="336"/>
                      <a:pt x="110" y="182"/>
                    </a:cubicBezTo>
                    <a:cubicBezTo>
                      <a:pt x="109" y="27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0" name="Google Shape;640;p7"/>
              <p:cNvSpPr/>
              <p:nvPr/>
            </p:nvSpPr>
            <p:spPr>
              <a:xfrm>
                <a:off x="1287" y="-367"/>
                <a:ext cx="721" cy="470"/>
              </a:xfrm>
              <a:custGeom>
                <a:rect b="b" l="l" r="r" t="t"/>
                <a:pathLst>
                  <a:path extrusionOk="0" h="199" w="305">
                    <a:moveTo>
                      <a:pt x="204" y="111"/>
                    </a:moveTo>
                    <a:cubicBezTo>
                      <a:pt x="191" y="73"/>
                      <a:pt x="192" y="9"/>
                      <a:pt x="192" y="9"/>
                    </a:cubicBezTo>
                    <a:cubicBezTo>
                      <a:pt x="192" y="9"/>
                      <a:pt x="157" y="0"/>
                      <a:pt x="117" y="15"/>
                    </a:cubicBezTo>
                    <a:cubicBezTo>
                      <a:pt x="125" y="40"/>
                      <a:pt x="125" y="125"/>
                      <a:pt x="125" y="125"/>
                    </a:cubicBezTo>
                    <a:cubicBezTo>
                      <a:pt x="125" y="125"/>
                      <a:pt x="47" y="98"/>
                      <a:pt x="29" y="115"/>
                    </a:cubicBezTo>
                    <a:cubicBezTo>
                      <a:pt x="0" y="141"/>
                      <a:pt x="2" y="156"/>
                      <a:pt x="2" y="156"/>
                    </a:cubicBezTo>
                    <a:cubicBezTo>
                      <a:pt x="11" y="167"/>
                      <a:pt x="13" y="169"/>
                      <a:pt x="51" y="177"/>
                    </a:cubicBezTo>
                    <a:cubicBezTo>
                      <a:pt x="136" y="167"/>
                      <a:pt x="172" y="180"/>
                      <a:pt x="195" y="199"/>
                    </a:cubicBezTo>
                    <a:cubicBezTo>
                      <a:pt x="223" y="199"/>
                      <a:pt x="248" y="152"/>
                      <a:pt x="266" y="147"/>
                    </a:cubicBezTo>
                    <a:cubicBezTo>
                      <a:pt x="288" y="142"/>
                      <a:pt x="302" y="168"/>
                      <a:pt x="303" y="156"/>
                    </a:cubicBezTo>
                    <a:cubicBezTo>
                      <a:pt x="305" y="137"/>
                      <a:pt x="254" y="110"/>
                      <a:pt x="204" y="111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1" name="Google Shape;641;p7"/>
              <p:cNvSpPr/>
              <p:nvPr/>
            </p:nvSpPr>
            <p:spPr>
              <a:xfrm>
                <a:off x="1391" y="-343"/>
                <a:ext cx="659" cy="491"/>
              </a:xfrm>
              <a:custGeom>
                <a:rect b="b" l="l" r="r" t="t"/>
                <a:pathLst>
                  <a:path extrusionOk="0" h="208" w="279">
                    <a:moveTo>
                      <a:pt x="158" y="101"/>
                    </a:moveTo>
                    <a:cubicBezTo>
                      <a:pt x="152" y="76"/>
                      <a:pt x="148" y="2"/>
                      <a:pt x="148" y="2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39" y="119"/>
                      <a:pt x="139" y="119"/>
                      <a:pt x="139" y="119"/>
                    </a:cubicBezTo>
                    <a:cubicBezTo>
                      <a:pt x="139" y="119"/>
                      <a:pt x="168" y="119"/>
                      <a:pt x="176" y="124"/>
                    </a:cubicBezTo>
                    <a:cubicBezTo>
                      <a:pt x="197" y="133"/>
                      <a:pt x="195" y="172"/>
                      <a:pt x="163" y="178"/>
                    </a:cubicBezTo>
                    <a:cubicBezTo>
                      <a:pt x="92" y="139"/>
                      <a:pt x="0" y="171"/>
                      <a:pt x="0" y="171"/>
                    </a:cubicBezTo>
                    <a:cubicBezTo>
                      <a:pt x="0" y="171"/>
                      <a:pt x="55" y="171"/>
                      <a:pt x="93" y="175"/>
                    </a:cubicBezTo>
                    <a:cubicBezTo>
                      <a:pt x="113" y="178"/>
                      <a:pt x="160" y="190"/>
                      <a:pt x="178" y="207"/>
                    </a:cubicBezTo>
                    <a:cubicBezTo>
                      <a:pt x="199" y="208"/>
                      <a:pt x="224" y="204"/>
                      <a:pt x="224" y="175"/>
                    </a:cubicBezTo>
                    <a:cubicBezTo>
                      <a:pt x="234" y="168"/>
                      <a:pt x="258" y="156"/>
                      <a:pt x="268" y="167"/>
                    </a:cubicBezTo>
                    <a:cubicBezTo>
                      <a:pt x="279" y="132"/>
                      <a:pt x="216" y="97"/>
                      <a:pt x="158" y="101"/>
                    </a:cubicBezTo>
                    <a:close/>
                  </a:path>
                </a:pathLst>
              </a:custGeom>
              <a:solidFill>
                <a:srgbClr val="6170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2" name="Google Shape;642;p7"/>
              <p:cNvSpPr/>
              <p:nvPr/>
            </p:nvSpPr>
            <p:spPr>
              <a:xfrm>
                <a:off x="3151" y="179"/>
                <a:ext cx="2618" cy="2563"/>
              </a:xfrm>
              <a:custGeom>
                <a:rect b="b" l="l" r="r" t="t"/>
                <a:pathLst>
                  <a:path extrusionOk="0" h="917" w="980">
                    <a:moveTo>
                      <a:pt x="718" y="228"/>
                    </a:moveTo>
                    <a:cubicBezTo>
                      <a:pt x="694" y="185"/>
                      <a:pt x="638" y="144"/>
                      <a:pt x="563" y="144"/>
                    </a:cubicBezTo>
                    <a:cubicBezTo>
                      <a:pt x="558" y="98"/>
                      <a:pt x="551" y="77"/>
                      <a:pt x="535" y="49"/>
                    </a:cubicBezTo>
                    <a:cubicBezTo>
                      <a:pt x="504" y="19"/>
                      <a:pt x="466" y="0"/>
                      <a:pt x="422" y="10"/>
                    </a:cubicBezTo>
                    <a:cubicBezTo>
                      <a:pt x="410" y="14"/>
                      <a:pt x="358" y="53"/>
                      <a:pt x="385" y="124"/>
                    </a:cubicBezTo>
                    <a:cubicBezTo>
                      <a:pt x="395" y="116"/>
                      <a:pt x="431" y="86"/>
                      <a:pt x="440" y="96"/>
                    </a:cubicBezTo>
                    <a:cubicBezTo>
                      <a:pt x="450" y="109"/>
                      <a:pt x="442" y="125"/>
                      <a:pt x="440" y="136"/>
                    </a:cubicBezTo>
                    <a:cubicBezTo>
                      <a:pt x="440" y="136"/>
                      <a:pt x="375" y="127"/>
                      <a:pt x="332" y="145"/>
                    </a:cubicBezTo>
                    <a:cubicBezTo>
                      <a:pt x="290" y="162"/>
                      <a:pt x="245" y="202"/>
                      <a:pt x="245" y="202"/>
                    </a:cubicBezTo>
                    <a:cubicBezTo>
                      <a:pt x="245" y="202"/>
                      <a:pt x="188" y="214"/>
                      <a:pt x="155" y="233"/>
                    </a:cubicBezTo>
                    <a:cubicBezTo>
                      <a:pt x="112" y="256"/>
                      <a:pt x="47" y="316"/>
                      <a:pt x="24" y="444"/>
                    </a:cubicBezTo>
                    <a:cubicBezTo>
                      <a:pt x="5" y="553"/>
                      <a:pt x="0" y="596"/>
                      <a:pt x="15" y="644"/>
                    </a:cubicBezTo>
                    <a:cubicBezTo>
                      <a:pt x="38" y="715"/>
                      <a:pt x="124" y="816"/>
                      <a:pt x="214" y="865"/>
                    </a:cubicBezTo>
                    <a:cubicBezTo>
                      <a:pt x="281" y="900"/>
                      <a:pt x="437" y="906"/>
                      <a:pt x="512" y="910"/>
                    </a:cubicBezTo>
                    <a:cubicBezTo>
                      <a:pt x="612" y="917"/>
                      <a:pt x="758" y="903"/>
                      <a:pt x="824" y="859"/>
                    </a:cubicBezTo>
                    <a:cubicBezTo>
                      <a:pt x="866" y="831"/>
                      <a:pt x="915" y="736"/>
                      <a:pt x="935" y="690"/>
                    </a:cubicBezTo>
                    <a:cubicBezTo>
                      <a:pt x="961" y="621"/>
                      <a:pt x="980" y="538"/>
                      <a:pt x="923" y="396"/>
                    </a:cubicBezTo>
                    <a:cubicBezTo>
                      <a:pt x="877" y="281"/>
                      <a:pt x="784" y="223"/>
                      <a:pt x="718" y="2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3" name="Google Shape;643;p7"/>
              <p:cNvSpPr/>
              <p:nvPr/>
            </p:nvSpPr>
            <p:spPr>
              <a:xfrm>
                <a:off x="3255" y="538"/>
                <a:ext cx="2612" cy="2224"/>
              </a:xfrm>
              <a:custGeom>
                <a:rect b="b" l="l" r="r" t="t"/>
                <a:pathLst>
                  <a:path extrusionOk="0" h="688" w="962">
                    <a:moveTo>
                      <a:pt x="652" y="95"/>
                    </a:moveTo>
                    <a:cubicBezTo>
                      <a:pt x="580" y="0"/>
                      <a:pt x="426" y="7"/>
                      <a:pt x="328" y="30"/>
                    </a:cubicBezTo>
                    <a:cubicBezTo>
                      <a:pt x="232" y="50"/>
                      <a:pt x="191" y="83"/>
                      <a:pt x="191" y="83"/>
                    </a:cubicBezTo>
                    <a:cubicBezTo>
                      <a:pt x="191" y="83"/>
                      <a:pt x="25" y="104"/>
                      <a:pt x="8" y="358"/>
                    </a:cubicBezTo>
                    <a:cubicBezTo>
                      <a:pt x="0" y="688"/>
                      <a:pt x="330" y="678"/>
                      <a:pt x="615" y="673"/>
                    </a:cubicBezTo>
                    <a:cubicBezTo>
                      <a:pt x="962" y="651"/>
                      <a:pt x="898" y="90"/>
                      <a:pt x="652" y="9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4" name="Google Shape;644;p7"/>
              <p:cNvSpPr/>
              <p:nvPr/>
            </p:nvSpPr>
            <p:spPr>
              <a:xfrm>
                <a:off x="3817" y="226"/>
                <a:ext cx="1209" cy="655"/>
              </a:xfrm>
              <a:custGeom>
                <a:rect b="b" l="l" r="r" t="t"/>
                <a:pathLst>
                  <a:path extrusionOk="0" h="249" w="420">
                    <a:moveTo>
                      <a:pt x="341" y="156"/>
                    </a:moveTo>
                    <a:cubicBezTo>
                      <a:pt x="295" y="137"/>
                      <a:pt x="255" y="143"/>
                      <a:pt x="255" y="143"/>
                    </a:cubicBezTo>
                    <a:cubicBezTo>
                      <a:pt x="255" y="143"/>
                      <a:pt x="273" y="91"/>
                      <a:pt x="240" y="44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49"/>
                      <a:pt x="112" y="81"/>
                    </a:cubicBezTo>
                    <a:cubicBezTo>
                      <a:pt x="160" y="23"/>
                      <a:pt x="216" y="83"/>
                      <a:pt x="177" y="140"/>
                    </a:cubicBezTo>
                    <a:cubicBezTo>
                      <a:pt x="143" y="140"/>
                      <a:pt x="70" y="117"/>
                      <a:pt x="0" y="194"/>
                    </a:cubicBezTo>
                    <a:cubicBezTo>
                      <a:pt x="0" y="194"/>
                      <a:pt x="65" y="170"/>
                      <a:pt x="95" y="174"/>
                    </a:cubicBezTo>
                    <a:cubicBezTo>
                      <a:pt x="74" y="198"/>
                      <a:pt x="75" y="223"/>
                      <a:pt x="75" y="223"/>
                    </a:cubicBezTo>
                    <a:cubicBezTo>
                      <a:pt x="75" y="223"/>
                      <a:pt x="133" y="196"/>
                      <a:pt x="188" y="195"/>
                    </a:cubicBezTo>
                    <a:cubicBezTo>
                      <a:pt x="237" y="210"/>
                      <a:pt x="285" y="249"/>
                      <a:pt x="285" y="249"/>
                    </a:cubicBezTo>
                    <a:cubicBezTo>
                      <a:pt x="285" y="249"/>
                      <a:pt x="310" y="227"/>
                      <a:pt x="301" y="187"/>
                    </a:cubicBezTo>
                    <a:cubicBezTo>
                      <a:pt x="338" y="194"/>
                      <a:pt x="420" y="227"/>
                      <a:pt x="420" y="227"/>
                    </a:cubicBezTo>
                    <a:cubicBezTo>
                      <a:pt x="420" y="227"/>
                      <a:pt x="401" y="183"/>
                      <a:pt x="341" y="156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5" name="Google Shape;645;p7"/>
              <p:cNvSpPr/>
              <p:nvPr/>
            </p:nvSpPr>
            <p:spPr>
              <a:xfrm>
                <a:off x="4379" y="325"/>
                <a:ext cx="69" cy="329"/>
              </a:xfrm>
              <a:custGeom>
                <a:rect b="b" l="l" r="r" t="t"/>
                <a:pathLst>
                  <a:path extrusionOk="0" h="139" w="29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9"/>
                      <a:pt x="10" y="139"/>
                    </a:cubicBezTo>
                    <a:cubicBezTo>
                      <a:pt x="10" y="139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6" name="Google Shape;646;p7"/>
              <p:cNvSpPr/>
              <p:nvPr/>
            </p:nvSpPr>
            <p:spPr>
              <a:xfrm>
                <a:off x="3817" y="536"/>
                <a:ext cx="425" cy="134"/>
              </a:xfrm>
              <a:custGeom>
                <a:rect b="b" l="l" r="r" t="t"/>
                <a:pathLst>
                  <a:path extrusionOk="0" h="57" w="180">
                    <a:moveTo>
                      <a:pt x="112" y="1"/>
                    </a:moveTo>
                    <a:cubicBezTo>
                      <a:pt x="84" y="3"/>
                      <a:pt x="21" y="24"/>
                      <a:pt x="0" y="57"/>
                    </a:cubicBezTo>
                    <a:cubicBezTo>
                      <a:pt x="46" y="28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7" name="Google Shape;647;p7"/>
              <p:cNvSpPr/>
              <p:nvPr/>
            </p:nvSpPr>
            <p:spPr>
              <a:xfrm>
                <a:off x="4828" y="848"/>
                <a:ext cx="476" cy="1580"/>
              </a:xfrm>
              <a:custGeom>
                <a:rect b="b" l="l" r="r" t="t"/>
                <a:pathLst>
                  <a:path extrusionOk="0" h="582" w="212">
                    <a:moveTo>
                      <a:pt x="0" y="0"/>
                    </a:moveTo>
                    <a:cubicBezTo>
                      <a:pt x="0" y="0"/>
                      <a:pt x="85" y="87"/>
                      <a:pt x="103" y="171"/>
                    </a:cubicBezTo>
                    <a:cubicBezTo>
                      <a:pt x="167" y="463"/>
                      <a:pt x="42" y="563"/>
                      <a:pt x="12" y="582"/>
                    </a:cubicBezTo>
                    <a:cubicBezTo>
                      <a:pt x="58" y="555"/>
                      <a:pt x="58" y="555"/>
                      <a:pt x="58" y="555"/>
                    </a:cubicBezTo>
                    <a:cubicBezTo>
                      <a:pt x="58" y="555"/>
                      <a:pt x="212" y="522"/>
                      <a:pt x="141" y="189"/>
                    </a:cubicBezTo>
                    <a:cubicBezTo>
                      <a:pt x="125" y="114"/>
                      <a:pt x="68" y="12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8" name="Google Shape;648;p7"/>
              <p:cNvSpPr/>
              <p:nvPr/>
            </p:nvSpPr>
            <p:spPr>
              <a:xfrm>
                <a:off x="4814" y="840"/>
                <a:ext cx="490" cy="1496"/>
              </a:xfrm>
              <a:custGeom>
                <a:rect b="b" l="l" r="r" t="t"/>
                <a:pathLst>
                  <a:path extrusionOk="0" h="516" w="211">
                    <a:moveTo>
                      <a:pt x="84" y="55"/>
                    </a:moveTo>
                    <a:cubicBezTo>
                      <a:pt x="65" y="33"/>
                      <a:pt x="31" y="3"/>
                      <a:pt x="0" y="0"/>
                    </a:cubicBezTo>
                    <a:cubicBezTo>
                      <a:pt x="49" y="25"/>
                      <a:pt x="99" y="59"/>
                      <a:pt x="133" y="153"/>
                    </a:cubicBezTo>
                    <a:cubicBezTo>
                      <a:pt x="209" y="364"/>
                      <a:pt x="129" y="515"/>
                      <a:pt x="129" y="515"/>
                    </a:cubicBezTo>
                    <a:cubicBezTo>
                      <a:pt x="129" y="515"/>
                      <a:pt x="129" y="515"/>
                      <a:pt x="139" y="516"/>
                    </a:cubicBezTo>
                    <a:cubicBezTo>
                      <a:pt x="139" y="516"/>
                      <a:pt x="211" y="405"/>
                      <a:pt x="156" y="202"/>
                    </a:cubicBezTo>
                    <a:cubicBezTo>
                      <a:pt x="131" y="114"/>
                      <a:pt x="104" y="79"/>
                      <a:pt x="84" y="5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49" name="Google Shape;649;p7"/>
              <p:cNvSpPr/>
              <p:nvPr/>
            </p:nvSpPr>
            <p:spPr>
              <a:xfrm>
                <a:off x="4490" y="916"/>
                <a:ext cx="471" cy="1363"/>
              </a:xfrm>
              <a:custGeom>
                <a:rect b="b" l="l" r="r" t="t"/>
                <a:pathLst>
                  <a:path extrusionOk="0" h="577" w="199">
                    <a:moveTo>
                      <a:pt x="77" y="0"/>
                    </a:moveTo>
                    <a:cubicBezTo>
                      <a:pt x="77" y="0"/>
                      <a:pt x="104" y="94"/>
                      <a:pt x="109" y="162"/>
                    </a:cubicBezTo>
                    <a:cubicBezTo>
                      <a:pt x="128" y="431"/>
                      <a:pt x="0" y="560"/>
                      <a:pt x="0" y="560"/>
                    </a:cubicBezTo>
                    <a:cubicBezTo>
                      <a:pt x="52" y="577"/>
                      <a:pt x="52" y="577"/>
                      <a:pt x="52" y="577"/>
                    </a:cubicBezTo>
                    <a:cubicBezTo>
                      <a:pt x="52" y="577"/>
                      <a:pt x="199" y="450"/>
                      <a:pt x="147" y="145"/>
                    </a:cubicBezTo>
                    <a:cubicBezTo>
                      <a:pt x="134" y="5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0" name="Google Shape;650;p7"/>
              <p:cNvSpPr/>
              <p:nvPr/>
            </p:nvSpPr>
            <p:spPr>
              <a:xfrm>
                <a:off x="4635" y="897"/>
                <a:ext cx="337" cy="1382"/>
              </a:xfrm>
              <a:custGeom>
                <a:rect b="b" l="l" r="r" t="t"/>
                <a:pathLst>
                  <a:path extrusionOk="0" h="585" w="143">
                    <a:moveTo>
                      <a:pt x="1" y="0"/>
                    </a:moveTo>
                    <a:cubicBezTo>
                      <a:pt x="23" y="14"/>
                      <a:pt x="79" y="99"/>
                      <a:pt x="86" y="181"/>
                    </a:cubicBezTo>
                    <a:cubicBezTo>
                      <a:pt x="108" y="422"/>
                      <a:pt x="0" y="564"/>
                      <a:pt x="0" y="564"/>
                    </a:cubicBezTo>
                    <a:cubicBezTo>
                      <a:pt x="0" y="564"/>
                      <a:pt x="9" y="585"/>
                      <a:pt x="30" y="546"/>
                    </a:cubicBezTo>
                    <a:cubicBezTo>
                      <a:pt x="51" y="507"/>
                      <a:pt x="143" y="348"/>
                      <a:pt x="90" y="146"/>
                    </a:cubicBezTo>
                    <a:cubicBezTo>
                      <a:pt x="67" y="55"/>
                      <a:pt x="25" y="7"/>
                      <a:pt x="1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1" name="Google Shape;651;p7"/>
              <p:cNvSpPr/>
              <p:nvPr/>
            </p:nvSpPr>
            <p:spPr>
              <a:xfrm>
                <a:off x="3862" y="852"/>
                <a:ext cx="373" cy="1429"/>
              </a:xfrm>
              <a:custGeom>
                <a:rect b="b" l="l" r="r" t="t"/>
                <a:pathLst>
                  <a:path extrusionOk="0" h="605" w="158">
                    <a:moveTo>
                      <a:pt x="83" y="475"/>
                    </a:moveTo>
                    <a:cubicBezTo>
                      <a:pt x="61" y="396"/>
                      <a:pt x="41" y="258"/>
                      <a:pt x="41" y="258"/>
                    </a:cubicBezTo>
                    <a:cubicBezTo>
                      <a:pt x="41" y="258"/>
                      <a:pt x="41" y="258"/>
                      <a:pt x="41" y="257"/>
                    </a:cubicBezTo>
                    <a:cubicBezTo>
                      <a:pt x="37" y="222"/>
                      <a:pt x="33" y="161"/>
                      <a:pt x="45" y="109"/>
                    </a:cubicBezTo>
                    <a:cubicBezTo>
                      <a:pt x="55" y="70"/>
                      <a:pt x="105" y="0"/>
                      <a:pt x="105" y="0"/>
                    </a:cubicBezTo>
                    <a:cubicBezTo>
                      <a:pt x="105" y="0"/>
                      <a:pt x="41" y="30"/>
                      <a:pt x="26" y="60"/>
                    </a:cubicBezTo>
                    <a:cubicBezTo>
                      <a:pt x="10" y="90"/>
                      <a:pt x="1" y="200"/>
                      <a:pt x="1" y="205"/>
                    </a:cubicBezTo>
                    <a:cubicBezTo>
                      <a:pt x="1" y="208"/>
                      <a:pt x="2" y="221"/>
                      <a:pt x="3" y="23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0" y="239"/>
                      <a:pt x="3" y="344"/>
                      <a:pt x="13" y="398"/>
                    </a:cubicBezTo>
                    <a:cubicBezTo>
                      <a:pt x="35" y="514"/>
                      <a:pt x="81" y="605"/>
                      <a:pt x="81" y="605"/>
                    </a:cubicBezTo>
                    <a:cubicBezTo>
                      <a:pt x="81" y="605"/>
                      <a:pt x="81" y="605"/>
                      <a:pt x="158" y="598"/>
                    </a:cubicBezTo>
                    <a:cubicBezTo>
                      <a:pt x="158" y="598"/>
                      <a:pt x="106" y="554"/>
                      <a:pt x="83" y="475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2" name="Google Shape;652;p7"/>
              <p:cNvSpPr/>
              <p:nvPr/>
            </p:nvSpPr>
            <p:spPr>
              <a:xfrm>
                <a:off x="3751" y="826"/>
                <a:ext cx="388" cy="1429"/>
              </a:xfrm>
              <a:custGeom>
                <a:rect b="b" l="l" r="r" t="t"/>
                <a:pathLst>
                  <a:path extrusionOk="0" h="605" w="164">
                    <a:moveTo>
                      <a:pt x="164" y="4"/>
                    </a:moveTo>
                    <a:cubicBezTo>
                      <a:pt x="164" y="4"/>
                      <a:pt x="83" y="0"/>
                      <a:pt x="46" y="127"/>
                    </a:cubicBezTo>
                    <a:cubicBezTo>
                      <a:pt x="0" y="452"/>
                      <a:pt x="83" y="547"/>
                      <a:pt x="110" y="591"/>
                    </a:cubicBezTo>
                    <a:cubicBezTo>
                      <a:pt x="128" y="605"/>
                      <a:pt x="142" y="597"/>
                      <a:pt x="142" y="597"/>
                    </a:cubicBezTo>
                    <a:cubicBezTo>
                      <a:pt x="142" y="597"/>
                      <a:pt x="0" y="475"/>
                      <a:pt x="65" y="124"/>
                    </a:cubicBezTo>
                    <a:cubicBezTo>
                      <a:pt x="76" y="61"/>
                      <a:pt x="164" y="4"/>
                      <a:pt x="164" y="4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3" name="Google Shape;653;p7"/>
              <p:cNvSpPr/>
              <p:nvPr/>
            </p:nvSpPr>
            <p:spPr>
              <a:xfrm>
                <a:off x="3231" y="748"/>
                <a:ext cx="582" cy="1363"/>
              </a:xfrm>
              <a:custGeom>
                <a:rect b="b" l="l" r="r" t="t"/>
                <a:pathLst>
                  <a:path extrusionOk="0" h="577" w="246">
                    <a:moveTo>
                      <a:pt x="77" y="389"/>
                    </a:moveTo>
                    <a:cubicBezTo>
                      <a:pt x="75" y="360"/>
                      <a:pt x="44" y="269"/>
                      <a:pt x="82" y="153"/>
                    </a:cubicBezTo>
                    <a:cubicBezTo>
                      <a:pt x="108" y="70"/>
                      <a:pt x="179" y="27"/>
                      <a:pt x="224" y="13"/>
                    </a:cubicBezTo>
                    <a:cubicBezTo>
                      <a:pt x="174" y="0"/>
                      <a:pt x="118" y="33"/>
                      <a:pt x="118" y="33"/>
                    </a:cubicBezTo>
                    <a:cubicBezTo>
                      <a:pt x="118" y="33"/>
                      <a:pt x="52" y="63"/>
                      <a:pt x="38" y="94"/>
                    </a:cubicBezTo>
                    <a:cubicBezTo>
                      <a:pt x="24" y="126"/>
                      <a:pt x="0" y="240"/>
                      <a:pt x="30" y="391"/>
                    </a:cubicBezTo>
                    <a:cubicBezTo>
                      <a:pt x="58" y="544"/>
                      <a:pt x="165" y="577"/>
                      <a:pt x="246" y="573"/>
                    </a:cubicBezTo>
                    <a:cubicBezTo>
                      <a:pt x="161" y="539"/>
                      <a:pt x="82" y="447"/>
                      <a:pt x="77" y="38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4" name="Google Shape;654;p7"/>
              <p:cNvSpPr/>
              <p:nvPr/>
            </p:nvSpPr>
            <p:spPr>
              <a:xfrm>
                <a:off x="3246" y="729"/>
                <a:ext cx="472" cy="1304"/>
              </a:xfrm>
              <a:custGeom>
                <a:rect b="b" l="l" r="r" t="t"/>
                <a:pathLst>
                  <a:path extrusionOk="0" h="552" w="200">
                    <a:moveTo>
                      <a:pt x="200" y="18"/>
                    </a:moveTo>
                    <a:cubicBezTo>
                      <a:pt x="189" y="0"/>
                      <a:pt x="130" y="16"/>
                      <a:pt x="107" y="30"/>
                    </a:cubicBezTo>
                    <a:cubicBezTo>
                      <a:pt x="85" y="44"/>
                      <a:pt x="54" y="90"/>
                      <a:pt x="29" y="146"/>
                    </a:cubicBezTo>
                    <a:cubicBezTo>
                      <a:pt x="4" y="202"/>
                      <a:pt x="0" y="262"/>
                      <a:pt x="16" y="370"/>
                    </a:cubicBezTo>
                    <a:cubicBezTo>
                      <a:pt x="32" y="480"/>
                      <a:pt x="136" y="552"/>
                      <a:pt x="136" y="552"/>
                    </a:cubicBezTo>
                    <a:cubicBezTo>
                      <a:pt x="136" y="552"/>
                      <a:pt x="139" y="545"/>
                      <a:pt x="140" y="537"/>
                    </a:cubicBezTo>
                    <a:cubicBezTo>
                      <a:pt x="96" y="504"/>
                      <a:pt x="58" y="456"/>
                      <a:pt x="50" y="426"/>
                    </a:cubicBezTo>
                    <a:cubicBezTo>
                      <a:pt x="41" y="390"/>
                      <a:pt x="20" y="354"/>
                      <a:pt x="20" y="298"/>
                    </a:cubicBezTo>
                    <a:cubicBezTo>
                      <a:pt x="20" y="241"/>
                      <a:pt x="38" y="173"/>
                      <a:pt x="71" y="103"/>
                    </a:cubicBezTo>
                    <a:cubicBezTo>
                      <a:pt x="103" y="33"/>
                      <a:pt x="175" y="24"/>
                      <a:pt x="200" y="1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5" name="Google Shape;655;p7"/>
              <p:cNvSpPr/>
              <p:nvPr/>
            </p:nvSpPr>
            <p:spPr>
              <a:xfrm>
                <a:off x="437" y="-171"/>
                <a:ext cx="4212" cy="3912"/>
              </a:xfrm>
              <a:custGeom>
                <a:rect b="b" l="l" r="r" t="t"/>
                <a:pathLst>
                  <a:path extrusionOk="0" h="1656" w="1783">
                    <a:moveTo>
                      <a:pt x="349" y="1559"/>
                    </a:moveTo>
                    <a:cubicBezTo>
                      <a:pt x="472" y="1626"/>
                      <a:pt x="765" y="1637"/>
                      <a:pt x="906" y="1645"/>
                    </a:cubicBezTo>
                    <a:cubicBezTo>
                      <a:pt x="1093" y="1656"/>
                      <a:pt x="1368" y="1632"/>
                      <a:pt x="1491" y="1549"/>
                    </a:cubicBezTo>
                    <a:cubicBezTo>
                      <a:pt x="1569" y="1495"/>
                      <a:pt x="1663" y="1319"/>
                      <a:pt x="1698" y="1231"/>
                    </a:cubicBezTo>
                    <a:cubicBezTo>
                      <a:pt x="1747" y="1102"/>
                      <a:pt x="1783" y="945"/>
                      <a:pt x="1676" y="679"/>
                    </a:cubicBezTo>
                    <a:cubicBezTo>
                      <a:pt x="1591" y="465"/>
                      <a:pt x="1416" y="355"/>
                      <a:pt x="1292" y="365"/>
                    </a:cubicBezTo>
                    <a:cubicBezTo>
                      <a:pt x="1247" y="284"/>
                      <a:pt x="1141" y="207"/>
                      <a:pt x="1000" y="206"/>
                    </a:cubicBezTo>
                    <a:cubicBezTo>
                      <a:pt x="992" y="122"/>
                      <a:pt x="979" y="83"/>
                      <a:pt x="949" y="28"/>
                    </a:cubicBezTo>
                    <a:cubicBezTo>
                      <a:pt x="897" y="0"/>
                      <a:pt x="782" y="21"/>
                      <a:pt x="747" y="49"/>
                    </a:cubicBezTo>
                    <a:cubicBezTo>
                      <a:pt x="773" y="93"/>
                      <a:pt x="780" y="158"/>
                      <a:pt x="773" y="192"/>
                    </a:cubicBezTo>
                    <a:cubicBezTo>
                      <a:pt x="773" y="192"/>
                      <a:pt x="649" y="174"/>
                      <a:pt x="568" y="208"/>
                    </a:cubicBezTo>
                    <a:cubicBezTo>
                      <a:pt x="490" y="240"/>
                      <a:pt x="406" y="316"/>
                      <a:pt x="406" y="316"/>
                    </a:cubicBezTo>
                    <a:cubicBezTo>
                      <a:pt x="406" y="316"/>
                      <a:pt x="300" y="338"/>
                      <a:pt x="239" y="373"/>
                    </a:cubicBezTo>
                    <a:cubicBezTo>
                      <a:pt x="161" y="416"/>
                      <a:pt x="47" y="521"/>
                      <a:pt x="0" y="733"/>
                    </a:cubicBezTo>
                    <a:cubicBezTo>
                      <a:pt x="0" y="1206"/>
                      <a:pt x="0" y="1206"/>
                      <a:pt x="0" y="1206"/>
                    </a:cubicBezTo>
                    <a:cubicBezTo>
                      <a:pt x="65" y="1332"/>
                      <a:pt x="204" y="1482"/>
                      <a:pt x="349" y="155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6" name="Google Shape;656;p7"/>
              <p:cNvSpPr/>
              <p:nvPr/>
            </p:nvSpPr>
            <p:spPr>
              <a:xfrm>
                <a:off x="506" y="356"/>
                <a:ext cx="4263" cy="3052"/>
              </a:xfrm>
              <a:custGeom>
                <a:rect b="b" l="l" r="r" t="t"/>
                <a:pathLst>
                  <a:path extrusionOk="0" h="1292" w="1805">
                    <a:moveTo>
                      <a:pt x="1223" y="176"/>
                    </a:moveTo>
                    <a:cubicBezTo>
                      <a:pt x="1087" y="0"/>
                      <a:pt x="798" y="12"/>
                      <a:pt x="613" y="52"/>
                    </a:cubicBezTo>
                    <a:cubicBezTo>
                      <a:pt x="434" y="93"/>
                      <a:pt x="359" y="152"/>
                      <a:pt x="359" y="152"/>
                    </a:cubicBezTo>
                    <a:cubicBezTo>
                      <a:pt x="359" y="152"/>
                      <a:pt x="45" y="194"/>
                      <a:pt x="15" y="673"/>
                    </a:cubicBezTo>
                    <a:cubicBezTo>
                      <a:pt x="0" y="1292"/>
                      <a:pt x="619" y="1271"/>
                      <a:pt x="1153" y="1263"/>
                    </a:cubicBezTo>
                    <a:cubicBezTo>
                      <a:pt x="1805" y="1222"/>
                      <a:pt x="1687" y="165"/>
                      <a:pt x="1223" y="176"/>
                    </a:cubicBezTo>
                    <a:close/>
                  </a:path>
                </a:pathLst>
              </a:custGeom>
              <a:solidFill>
                <a:srgbClr val="FEBE2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7" name="Google Shape;657;p7"/>
              <p:cNvSpPr/>
              <p:nvPr/>
            </p:nvSpPr>
            <p:spPr>
              <a:xfrm>
                <a:off x="1559" y="-126"/>
                <a:ext cx="1861" cy="1007"/>
              </a:xfrm>
              <a:custGeom>
                <a:rect b="b" l="l" r="r" t="t"/>
                <a:pathLst>
                  <a:path extrusionOk="0" h="426" w="788">
                    <a:moveTo>
                      <a:pt x="638" y="254"/>
                    </a:moveTo>
                    <a:cubicBezTo>
                      <a:pt x="554" y="217"/>
                      <a:pt x="477" y="227"/>
                      <a:pt x="477" y="227"/>
                    </a:cubicBezTo>
                    <a:cubicBezTo>
                      <a:pt x="477" y="227"/>
                      <a:pt x="512" y="131"/>
                      <a:pt x="450" y="42"/>
                    </a:cubicBezTo>
                    <a:cubicBezTo>
                      <a:pt x="396" y="0"/>
                      <a:pt x="311" y="46"/>
                      <a:pt x="311" y="46"/>
                    </a:cubicBezTo>
                    <a:cubicBezTo>
                      <a:pt x="311" y="46"/>
                      <a:pt x="356" y="194"/>
                      <a:pt x="331" y="223"/>
                    </a:cubicBezTo>
                    <a:cubicBezTo>
                      <a:pt x="268" y="223"/>
                      <a:pt x="131" y="179"/>
                      <a:pt x="0" y="323"/>
                    </a:cubicBezTo>
                    <a:cubicBezTo>
                      <a:pt x="0" y="323"/>
                      <a:pt x="122" y="280"/>
                      <a:pt x="178" y="286"/>
                    </a:cubicBezTo>
                    <a:cubicBezTo>
                      <a:pt x="138" y="330"/>
                      <a:pt x="141" y="378"/>
                      <a:pt x="141" y="378"/>
                    </a:cubicBezTo>
                    <a:cubicBezTo>
                      <a:pt x="141" y="378"/>
                      <a:pt x="248" y="327"/>
                      <a:pt x="352" y="324"/>
                    </a:cubicBezTo>
                    <a:cubicBezTo>
                      <a:pt x="441" y="356"/>
                      <a:pt x="535" y="426"/>
                      <a:pt x="535" y="426"/>
                    </a:cubicBezTo>
                    <a:cubicBezTo>
                      <a:pt x="535" y="426"/>
                      <a:pt x="581" y="387"/>
                      <a:pt x="565" y="311"/>
                    </a:cubicBezTo>
                    <a:cubicBezTo>
                      <a:pt x="635" y="323"/>
                      <a:pt x="788" y="387"/>
                      <a:pt x="788" y="387"/>
                    </a:cubicBezTo>
                    <a:cubicBezTo>
                      <a:pt x="788" y="387"/>
                      <a:pt x="751" y="303"/>
                      <a:pt x="638" y="254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8" name="Google Shape;658;p7"/>
              <p:cNvSpPr/>
              <p:nvPr/>
            </p:nvSpPr>
            <p:spPr>
              <a:xfrm>
                <a:off x="2610" y="-43"/>
                <a:ext cx="132" cy="609"/>
              </a:xfrm>
              <a:custGeom>
                <a:rect b="b" l="l" r="r" t="t"/>
                <a:pathLst>
                  <a:path extrusionOk="0" h="258" w="56">
                    <a:moveTo>
                      <a:pt x="0" y="0"/>
                    </a:moveTo>
                    <a:cubicBezTo>
                      <a:pt x="0" y="0"/>
                      <a:pt x="22" y="48"/>
                      <a:pt x="28" y="103"/>
                    </a:cubicBezTo>
                    <a:cubicBezTo>
                      <a:pt x="32" y="136"/>
                      <a:pt x="19" y="258"/>
                      <a:pt x="19" y="258"/>
                    </a:cubicBezTo>
                    <a:cubicBezTo>
                      <a:pt x="19" y="258"/>
                      <a:pt x="56" y="220"/>
                      <a:pt x="41" y="100"/>
                    </a:cubicBezTo>
                    <a:cubicBezTo>
                      <a:pt x="32" y="2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59" name="Google Shape;659;p7"/>
              <p:cNvSpPr/>
              <p:nvPr/>
            </p:nvSpPr>
            <p:spPr>
              <a:xfrm>
                <a:off x="1559" y="344"/>
                <a:ext cx="798" cy="267"/>
              </a:xfrm>
              <a:custGeom>
                <a:rect b="b" l="l" r="r" t="t"/>
                <a:pathLst>
                  <a:path extrusionOk="0" h="113" w="338">
                    <a:moveTo>
                      <a:pt x="208" y="2"/>
                    </a:moveTo>
                    <a:cubicBezTo>
                      <a:pt x="155" y="4"/>
                      <a:pt x="37" y="48"/>
                      <a:pt x="0" y="113"/>
                    </a:cubicBezTo>
                    <a:cubicBezTo>
                      <a:pt x="85" y="56"/>
                      <a:pt x="141" y="28"/>
                      <a:pt x="184" y="19"/>
                    </a:cubicBezTo>
                    <a:cubicBezTo>
                      <a:pt x="217" y="15"/>
                      <a:pt x="217" y="18"/>
                      <a:pt x="338" y="22"/>
                    </a:cubicBezTo>
                    <a:cubicBezTo>
                      <a:pt x="338" y="22"/>
                      <a:pt x="296" y="0"/>
                      <a:pt x="208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0" name="Google Shape;660;p7"/>
              <p:cNvSpPr/>
              <p:nvPr/>
            </p:nvSpPr>
            <p:spPr>
              <a:xfrm>
                <a:off x="3484" y="3507"/>
                <a:ext cx="45" cy="26"/>
              </a:xfrm>
              <a:custGeom>
                <a:rect b="b" l="l" r="r" t="t"/>
                <a:pathLst>
                  <a:path extrusionOk="0" h="11" w="19">
                    <a:moveTo>
                      <a:pt x="19" y="0"/>
                    </a:moveTo>
                    <a:cubicBezTo>
                      <a:pt x="13" y="3"/>
                      <a:pt x="7" y="6"/>
                      <a:pt x="0" y="11"/>
                    </a:cubicBezTo>
                    <a:cubicBezTo>
                      <a:pt x="0" y="11"/>
                      <a:pt x="7" y="7"/>
                      <a:pt x="19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1" name="Google Shape;661;p7"/>
              <p:cNvSpPr/>
              <p:nvPr/>
            </p:nvSpPr>
            <p:spPr>
              <a:xfrm>
                <a:off x="3456" y="937"/>
                <a:ext cx="940" cy="2570"/>
              </a:xfrm>
              <a:custGeom>
                <a:rect b="b" l="l" r="r" t="t"/>
                <a:pathLst>
                  <a:path extrusionOk="0" h="1088" w="398">
                    <a:moveTo>
                      <a:pt x="0" y="0"/>
                    </a:moveTo>
                    <a:cubicBezTo>
                      <a:pt x="0" y="0"/>
                      <a:pt x="160" y="162"/>
                      <a:pt x="194" y="319"/>
                    </a:cubicBezTo>
                    <a:cubicBezTo>
                      <a:pt x="309" y="847"/>
                      <a:pt x="99" y="1041"/>
                      <a:pt x="31" y="1088"/>
                    </a:cubicBezTo>
                    <a:cubicBezTo>
                      <a:pt x="108" y="1040"/>
                      <a:pt x="108" y="1040"/>
                      <a:pt x="108" y="1040"/>
                    </a:cubicBezTo>
                    <a:cubicBezTo>
                      <a:pt x="108" y="1040"/>
                      <a:pt x="398" y="980"/>
                      <a:pt x="264" y="353"/>
                    </a:cubicBezTo>
                    <a:cubicBezTo>
                      <a:pt x="233" y="214"/>
                      <a:pt x="128" y="20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2" name="Google Shape;662;p7"/>
              <p:cNvSpPr/>
              <p:nvPr/>
            </p:nvSpPr>
            <p:spPr>
              <a:xfrm>
                <a:off x="2825" y="1060"/>
                <a:ext cx="877" cy="2553"/>
              </a:xfrm>
              <a:custGeom>
                <a:rect b="b" l="l" r="r" t="t"/>
                <a:pathLst>
                  <a:path extrusionOk="0" h="1081" w="371">
                    <a:moveTo>
                      <a:pt x="144" y="0"/>
                    </a:moveTo>
                    <a:cubicBezTo>
                      <a:pt x="144" y="0"/>
                      <a:pt x="195" y="176"/>
                      <a:pt x="203" y="302"/>
                    </a:cubicBezTo>
                    <a:cubicBezTo>
                      <a:pt x="238" y="809"/>
                      <a:pt x="0" y="1051"/>
                      <a:pt x="0" y="1051"/>
                    </a:cubicBezTo>
                    <a:cubicBezTo>
                      <a:pt x="98" y="1081"/>
                      <a:pt x="98" y="1081"/>
                      <a:pt x="98" y="1081"/>
                    </a:cubicBezTo>
                    <a:cubicBezTo>
                      <a:pt x="98" y="1081"/>
                      <a:pt x="371" y="844"/>
                      <a:pt x="277" y="270"/>
                    </a:cubicBezTo>
                    <a:cubicBezTo>
                      <a:pt x="250" y="109"/>
                      <a:pt x="144" y="0"/>
                      <a:pt x="144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3" name="Google Shape;663;p7"/>
              <p:cNvSpPr/>
              <p:nvPr/>
            </p:nvSpPr>
            <p:spPr>
              <a:xfrm>
                <a:off x="2294" y="-34"/>
                <a:ext cx="340" cy="123"/>
              </a:xfrm>
              <a:custGeom>
                <a:rect b="b" l="l" r="r" t="t"/>
                <a:pathLst>
                  <a:path extrusionOk="0" h="52" w="144">
                    <a:moveTo>
                      <a:pt x="92" y="42"/>
                    </a:moveTo>
                    <a:cubicBezTo>
                      <a:pt x="47" y="44"/>
                      <a:pt x="0" y="3"/>
                      <a:pt x="0" y="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25" y="52"/>
                      <a:pt x="85" y="52"/>
                    </a:cubicBezTo>
                    <a:cubicBezTo>
                      <a:pt x="124" y="52"/>
                      <a:pt x="138" y="28"/>
                      <a:pt x="144" y="15"/>
                    </a:cubicBezTo>
                    <a:cubicBezTo>
                      <a:pt x="144" y="12"/>
                      <a:pt x="137" y="0"/>
                      <a:pt x="137" y="0"/>
                    </a:cubicBezTo>
                    <a:cubicBezTo>
                      <a:pt x="137" y="0"/>
                      <a:pt x="129" y="41"/>
                      <a:pt x="92" y="4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4" name="Google Shape;664;p7"/>
              <p:cNvSpPr/>
              <p:nvPr/>
            </p:nvSpPr>
            <p:spPr>
              <a:xfrm>
                <a:off x="513" y="772"/>
                <a:ext cx="3831" cy="2813"/>
              </a:xfrm>
              <a:custGeom>
                <a:rect b="b" l="l" r="r" t="t"/>
                <a:pathLst>
                  <a:path extrusionOk="0" h="1191" w="1622">
                    <a:moveTo>
                      <a:pt x="1527" y="442"/>
                    </a:moveTo>
                    <a:cubicBezTo>
                      <a:pt x="1480" y="276"/>
                      <a:pt x="1430" y="209"/>
                      <a:pt x="1393" y="165"/>
                    </a:cubicBezTo>
                    <a:cubicBezTo>
                      <a:pt x="1357" y="122"/>
                      <a:pt x="1294" y="69"/>
                      <a:pt x="1233" y="61"/>
                    </a:cubicBezTo>
                    <a:cubicBezTo>
                      <a:pt x="1327" y="108"/>
                      <a:pt x="1422" y="171"/>
                      <a:pt x="1485" y="347"/>
                    </a:cubicBezTo>
                    <a:cubicBezTo>
                      <a:pt x="1593" y="651"/>
                      <a:pt x="1531" y="888"/>
                      <a:pt x="1495" y="984"/>
                    </a:cubicBezTo>
                    <a:cubicBezTo>
                      <a:pt x="1459" y="1034"/>
                      <a:pt x="1425" y="1075"/>
                      <a:pt x="1352" y="1097"/>
                    </a:cubicBezTo>
                    <a:cubicBezTo>
                      <a:pt x="1295" y="1116"/>
                      <a:pt x="1208" y="1134"/>
                      <a:pt x="1145" y="1144"/>
                    </a:cubicBezTo>
                    <a:cubicBezTo>
                      <a:pt x="1147" y="1140"/>
                      <a:pt x="1148" y="1138"/>
                      <a:pt x="1150" y="1135"/>
                    </a:cubicBezTo>
                    <a:cubicBezTo>
                      <a:pt x="1191" y="1060"/>
                      <a:pt x="1363" y="760"/>
                      <a:pt x="1264" y="380"/>
                    </a:cubicBezTo>
                    <a:cubicBezTo>
                      <a:pt x="1219" y="210"/>
                      <a:pt x="1140" y="119"/>
                      <a:pt x="1095" y="106"/>
                    </a:cubicBezTo>
                    <a:cubicBezTo>
                      <a:pt x="1136" y="132"/>
                      <a:pt x="1242" y="294"/>
                      <a:pt x="1257" y="444"/>
                    </a:cubicBezTo>
                    <a:cubicBezTo>
                      <a:pt x="1293" y="828"/>
                      <a:pt x="1153" y="1078"/>
                      <a:pt x="1108" y="1149"/>
                    </a:cubicBezTo>
                    <a:cubicBezTo>
                      <a:pt x="1102" y="1149"/>
                      <a:pt x="1096" y="1150"/>
                      <a:pt x="1091" y="1150"/>
                    </a:cubicBezTo>
                    <a:cubicBezTo>
                      <a:pt x="1035" y="1154"/>
                      <a:pt x="885" y="1154"/>
                      <a:pt x="799" y="1154"/>
                    </a:cubicBezTo>
                    <a:cubicBezTo>
                      <a:pt x="759" y="1154"/>
                      <a:pt x="697" y="1154"/>
                      <a:pt x="634" y="1150"/>
                    </a:cubicBezTo>
                    <a:cubicBezTo>
                      <a:pt x="573" y="1077"/>
                      <a:pt x="412" y="826"/>
                      <a:pt x="511" y="284"/>
                    </a:cubicBezTo>
                    <a:cubicBezTo>
                      <a:pt x="532" y="166"/>
                      <a:pt x="698" y="60"/>
                      <a:pt x="698" y="60"/>
                    </a:cubicBezTo>
                    <a:cubicBezTo>
                      <a:pt x="698" y="60"/>
                      <a:pt x="544" y="51"/>
                      <a:pt x="476" y="289"/>
                    </a:cubicBezTo>
                    <a:cubicBezTo>
                      <a:pt x="396" y="865"/>
                      <a:pt x="529" y="1057"/>
                      <a:pt x="586" y="1146"/>
                    </a:cubicBezTo>
                    <a:cubicBezTo>
                      <a:pt x="533" y="1139"/>
                      <a:pt x="482" y="1130"/>
                      <a:pt x="449" y="1113"/>
                    </a:cubicBezTo>
                    <a:cubicBezTo>
                      <a:pt x="386" y="1083"/>
                      <a:pt x="282" y="1017"/>
                      <a:pt x="236" y="986"/>
                    </a:cubicBezTo>
                    <a:cubicBezTo>
                      <a:pt x="165" y="926"/>
                      <a:pt x="107" y="850"/>
                      <a:pt x="94" y="801"/>
                    </a:cubicBezTo>
                    <a:cubicBezTo>
                      <a:pt x="77" y="733"/>
                      <a:pt x="39" y="665"/>
                      <a:pt x="39" y="558"/>
                    </a:cubicBezTo>
                    <a:cubicBezTo>
                      <a:pt x="39" y="452"/>
                      <a:pt x="73" y="324"/>
                      <a:pt x="132" y="192"/>
                    </a:cubicBezTo>
                    <a:cubicBezTo>
                      <a:pt x="193" y="60"/>
                      <a:pt x="329" y="43"/>
                      <a:pt x="376" y="33"/>
                    </a:cubicBezTo>
                    <a:cubicBezTo>
                      <a:pt x="356" y="0"/>
                      <a:pt x="244" y="29"/>
                      <a:pt x="200" y="55"/>
                    </a:cubicBezTo>
                    <a:cubicBezTo>
                      <a:pt x="158" y="81"/>
                      <a:pt x="103" y="166"/>
                      <a:pt x="57" y="273"/>
                    </a:cubicBezTo>
                    <a:cubicBezTo>
                      <a:pt x="9" y="379"/>
                      <a:pt x="0" y="490"/>
                      <a:pt x="30" y="694"/>
                    </a:cubicBezTo>
                    <a:cubicBezTo>
                      <a:pt x="50" y="827"/>
                      <a:pt x="138" y="931"/>
                      <a:pt x="198" y="987"/>
                    </a:cubicBezTo>
                    <a:cubicBezTo>
                      <a:pt x="195" y="989"/>
                      <a:pt x="195" y="989"/>
                      <a:pt x="195" y="989"/>
                    </a:cubicBezTo>
                    <a:cubicBezTo>
                      <a:pt x="195" y="989"/>
                      <a:pt x="333" y="1123"/>
                      <a:pt x="482" y="1154"/>
                    </a:cubicBezTo>
                    <a:cubicBezTo>
                      <a:pt x="634" y="1187"/>
                      <a:pt x="774" y="1187"/>
                      <a:pt x="860" y="1187"/>
                    </a:cubicBezTo>
                    <a:cubicBezTo>
                      <a:pt x="945" y="1187"/>
                      <a:pt x="1074" y="1191"/>
                      <a:pt x="1168" y="1174"/>
                    </a:cubicBezTo>
                    <a:cubicBezTo>
                      <a:pt x="1262" y="1157"/>
                      <a:pt x="1403" y="1134"/>
                      <a:pt x="1442" y="1093"/>
                    </a:cubicBezTo>
                    <a:cubicBezTo>
                      <a:pt x="1480" y="1053"/>
                      <a:pt x="1540" y="1013"/>
                      <a:pt x="1604" y="833"/>
                    </a:cubicBezTo>
                    <a:cubicBezTo>
                      <a:pt x="1622" y="785"/>
                      <a:pt x="1622" y="741"/>
                      <a:pt x="1622" y="741"/>
                    </a:cubicBezTo>
                    <a:cubicBezTo>
                      <a:pt x="1622" y="741"/>
                      <a:pt x="1583" y="826"/>
                      <a:pt x="1546" y="896"/>
                    </a:cubicBezTo>
                    <a:cubicBezTo>
                      <a:pt x="1570" y="796"/>
                      <a:pt x="1581" y="643"/>
                      <a:pt x="1527" y="442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5" name="Google Shape;665;p7"/>
              <p:cNvSpPr/>
              <p:nvPr/>
            </p:nvSpPr>
            <p:spPr>
              <a:xfrm>
                <a:off x="1408" y="1313"/>
                <a:ext cx="4828" cy="3361"/>
              </a:xfrm>
              <a:custGeom>
                <a:rect b="b" l="l" r="r" t="t"/>
                <a:pathLst>
                  <a:path extrusionOk="0" h="1423" w="2044">
                    <a:moveTo>
                      <a:pt x="1990" y="928"/>
                    </a:moveTo>
                    <a:cubicBezTo>
                      <a:pt x="1943" y="663"/>
                      <a:pt x="1807" y="536"/>
                      <a:pt x="1718" y="486"/>
                    </a:cubicBezTo>
                    <a:cubicBezTo>
                      <a:pt x="1649" y="448"/>
                      <a:pt x="1530" y="423"/>
                      <a:pt x="1530" y="423"/>
                    </a:cubicBezTo>
                    <a:cubicBezTo>
                      <a:pt x="1530" y="423"/>
                      <a:pt x="1437" y="338"/>
                      <a:pt x="1349" y="302"/>
                    </a:cubicBezTo>
                    <a:cubicBezTo>
                      <a:pt x="1258" y="265"/>
                      <a:pt x="1121" y="283"/>
                      <a:pt x="1121" y="283"/>
                    </a:cubicBezTo>
                    <a:cubicBezTo>
                      <a:pt x="1117" y="263"/>
                      <a:pt x="1101" y="228"/>
                      <a:pt x="1122" y="200"/>
                    </a:cubicBezTo>
                    <a:cubicBezTo>
                      <a:pt x="1140" y="180"/>
                      <a:pt x="1216" y="243"/>
                      <a:pt x="1237" y="260"/>
                    </a:cubicBezTo>
                    <a:cubicBezTo>
                      <a:pt x="1294" y="111"/>
                      <a:pt x="1186" y="28"/>
                      <a:pt x="1158" y="20"/>
                    </a:cubicBezTo>
                    <a:cubicBezTo>
                      <a:pt x="1070" y="0"/>
                      <a:pt x="989" y="41"/>
                      <a:pt x="924" y="101"/>
                    </a:cubicBezTo>
                    <a:cubicBezTo>
                      <a:pt x="891" y="162"/>
                      <a:pt x="876" y="204"/>
                      <a:pt x="867" y="299"/>
                    </a:cubicBezTo>
                    <a:cubicBezTo>
                      <a:pt x="711" y="300"/>
                      <a:pt x="592" y="388"/>
                      <a:pt x="541" y="476"/>
                    </a:cubicBezTo>
                    <a:cubicBezTo>
                      <a:pt x="403" y="465"/>
                      <a:pt x="208" y="588"/>
                      <a:pt x="113" y="829"/>
                    </a:cubicBezTo>
                    <a:cubicBezTo>
                      <a:pt x="0" y="1111"/>
                      <a:pt x="29" y="1283"/>
                      <a:pt x="82" y="1423"/>
                    </a:cubicBezTo>
                    <a:cubicBezTo>
                      <a:pt x="1980" y="1423"/>
                      <a:pt x="1980" y="1423"/>
                      <a:pt x="1980" y="1423"/>
                    </a:cubicBezTo>
                    <a:cubicBezTo>
                      <a:pt x="1993" y="1397"/>
                      <a:pt x="2003" y="1371"/>
                      <a:pt x="2011" y="1347"/>
                    </a:cubicBezTo>
                    <a:cubicBezTo>
                      <a:pt x="2044" y="1247"/>
                      <a:pt x="2030" y="1158"/>
                      <a:pt x="1990" y="9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6" name="Google Shape;666;p7"/>
              <p:cNvSpPr/>
              <p:nvPr/>
            </p:nvSpPr>
            <p:spPr>
              <a:xfrm>
                <a:off x="1559" y="2099"/>
                <a:ext cx="4424" cy="2575"/>
              </a:xfrm>
              <a:custGeom>
                <a:rect b="b" l="l" r="r" t="t"/>
                <a:pathLst>
                  <a:path extrusionOk="0" h="1090" w="1873">
                    <a:moveTo>
                      <a:pt x="1869" y="755"/>
                    </a:moveTo>
                    <a:cubicBezTo>
                      <a:pt x="1836" y="220"/>
                      <a:pt x="1488" y="173"/>
                      <a:pt x="1488" y="173"/>
                    </a:cubicBezTo>
                    <a:cubicBezTo>
                      <a:pt x="1488" y="173"/>
                      <a:pt x="1403" y="105"/>
                      <a:pt x="1203" y="61"/>
                    </a:cubicBezTo>
                    <a:cubicBezTo>
                      <a:pt x="996" y="14"/>
                      <a:pt x="674" y="0"/>
                      <a:pt x="522" y="198"/>
                    </a:cubicBezTo>
                    <a:cubicBezTo>
                      <a:pt x="173" y="191"/>
                      <a:pt x="0" y="727"/>
                      <a:pt x="148" y="1090"/>
                    </a:cubicBezTo>
                    <a:cubicBezTo>
                      <a:pt x="1801" y="1090"/>
                      <a:pt x="1801" y="1090"/>
                      <a:pt x="1801" y="1090"/>
                    </a:cubicBezTo>
                    <a:cubicBezTo>
                      <a:pt x="1848" y="1003"/>
                      <a:pt x="1873" y="893"/>
                      <a:pt x="1869" y="75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7" name="Google Shape;667;p7"/>
              <p:cNvSpPr/>
              <p:nvPr/>
            </p:nvSpPr>
            <p:spPr>
              <a:xfrm>
                <a:off x="2761" y="1407"/>
                <a:ext cx="2079" cy="1236"/>
              </a:xfrm>
              <a:custGeom>
                <a:rect b="b" l="l" r="r" t="t"/>
                <a:pathLst>
                  <a:path extrusionOk="0" h="523" w="880">
                    <a:moveTo>
                      <a:pt x="880" y="407"/>
                    </a:moveTo>
                    <a:cubicBezTo>
                      <a:pt x="734" y="247"/>
                      <a:pt x="580" y="296"/>
                      <a:pt x="509" y="296"/>
                    </a:cubicBezTo>
                    <a:cubicBezTo>
                      <a:pt x="428" y="176"/>
                      <a:pt x="546" y="47"/>
                      <a:pt x="646" y="171"/>
                    </a:cubicBezTo>
                    <a:cubicBezTo>
                      <a:pt x="673" y="105"/>
                      <a:pt x="636" y="30"/>
                      <a:pt x="569" y="15"/>
                    </a:cubicBezTo>
                    <a:cubicBezTo>
                      <a:pt x="501" y="0"/>
                      <a:pt x="424" y="19"/>
                      <a:pt x="377" y="94"/>
                    </a:cubicBezTo>
                    <a:cubicBezTo>
                      <a:pt x="307" y="193"/>
                      <a:pt x="346" y="300"/>
                      <a:pt x="346" y="300"/>
                    </a:cubicBezTo>
                    <a:cubicBezTo>
                      <a:pt x="346" y="300"/>
                      <a:pt x="260" y="289"/>
                      <a:pt x="168" y="330"/>
                    </a:cubicBezTo>
                    <a:cubicBezTo>
                      <a:pt x="42" y="385"/>
                      <a:pt x="0" y="478"/>
                      <a:pt x="0" y="478"/>
                    </a:cubicBezTo>
                    <a:cubicBezTo>
                      <a:pt x="0" y="478"/>
                      <a:pt x="171" y="407"/>
                      <a:pt x="248" y="393"/>
                    </a:cubicBezTo>
                    <a:cubicBezTo>
                      <a:pt x="230" y="478"/>
                      <a:pt x="283" y="523"/>
                      <a:pt x="283" y="523"/>
                    </a:cubicBezTo>
                    <a:cubicBezTo>
                      <a:pt x="283" y="523"/>
                      <a:pt x="385" y="442"/>
                      <a:pt x="486" y="408"/>
                    </a:cubicBezTo>
                    <a:cubicBezTo>
                      <a:pt x="603" y="412"/>
                      <a:pt x="722" y="468"/>
                      <a:pt x="722" y="468"/>
                    </a:cubicBezTo>
                    <a:cubicBezTo>
                      <a:pt x="722" y="468"/>
                      <a:pt x="725" y="415"/>
                      <a:pt x="681" y="367"/>
                    </a:cubicBezTo>
                    <a:cubicBezTo>
                      <a:pt x="745" y="358"/>
                      <a:pt x="880" y="407"/>
                      <a:pt x="880" y="40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8" name="Google Shape;668;p7"/>
              <p:cNvSpPr/>
              <p:nvPr/>
            </p:nvSpPr>
            <p:spPr>
              <a:xfrm>
                <a:off x="3520" y="1618"/>
                <a:ext cx="141" cy="682"/>
              </a:xfrm>
              <a:custGeom>
                <a:rect b="b" l="l" r="r" t="t"/>
                <a:pathLst>
                  <a:path extrusionOk="0" h="289" w="60">
                    <a:moveTo>
                      <a:pt x="60" y="0"/>
                    </a:moveTo>
                    <a:cubicBezTo>
                      <a:pt x="60" y="0"/>
                      <a:pt x="25" y="32"/>
                      <a:pt x="16" y="113"/>
                    </a:cubicBezTo>
                    <a:cubicBezTo>
                      <a:pt x="0" y="247"/>
                      <a:pt x="40" y="289"/>
                      <a:pt x="40" y="289"/>
                    </a:cubicBezTo>
                    <a:cubicBezTo>
                      <a:pt x="40" y="289"/>
                      <a:pt x="25" y="153"/>
                      <a:pt x="30" y="115"/>
                    </a:cubicBezTo>
                    <a:cubicBezTo>
                      <a:pt x="37" y="54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69" name="Google Shape;669;p7"/>
              <p:cNvSpPr/>
              <p:nvPr/>
            </p:nvSpPr>
            <p:spPr>
              <a:xfrm>
                <a:off x="3947" y="2057"/>
                <a:ext cx="893" cy="290"/>
              </a:xfrm>
              <a:custGeom>
                <a:rect b="b" l="l" r="r" t="t"/>
                <a:pathLst>
                  <a:path extrusionOk="0" h="123" w="378">
                    <a:moveTo>
                      <a:pt x="143" y="2"/>
                    </a:moveTo>
                    <a:cubicBezTo>
                      <a:pt x="47" y="0"/>
                      <a:pt x="0" y="24"/>
                      <a:pt x="0" y="24"/>
                    </a:cubicBezTo>
                    <a:cubicBezTo>
                      <a:pt x="134" y="20"/>
                      <a:pt x="135" y="17"/>
                      <a:pt x="172" y="21"/>
                    </a:cubicBezTo>
                    <a:cubicBezTo>
                      <a:pt x="218" y="29"/>
                      <a:pt x="283" y="61"/>
                      <a:pt x="378" y="123"/>
                    </a:cubicBezTo>
                    <a:cubicBezTo>
                      <a:pt x="335" y="52"/>
                      <a:pt x="204" y="4"/>
                      <a:pt x="143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0" name="Google Shape;670;p7"/>
              <p:cNvSpPr/>
              <p:nvPr/>
            </p:nvSpPr>
            <p:spPr>
              <a:xfrm>
                <a:off x="1970" y="2567"/>
                <a:ext cx="808" cy="2107"/>
              </a:xfrm>
              <a:custGeom>
                <a:rect b="b" l="l" r="r" t="t"/>
                <a:pathLst>
                  <a:path extrusionOk="0" h="892" w="342">
                    <a:moveTo>
                      <a:pt x="126" y="357"/>
                    </a:moveTo>
                    <a:cubicBezTo>
                      <a:pt x="165" y="181"/>
                      <a:pt x="342" y="0"/>
                      <a:pt x="342" y="0"/>
                    </a:cubicBezTo>
                    <a:cubicBezTo>
                      <a:pt x="201" y="22"/>
                      <a:pt x="82" y="238"/>
                      <a:pt x="48" y="393"/>
                    </a:cubicBezTo>
                    <a:cubicBezTo>
                      <a:pt x="0" y="619"/>
                      <a:pt x="1" y="778"/>
                      <a:pt x="24" y="892"/>
                    </a:cubicBezTo>
                    <a:cubicBezTo>
                      <a:pt x="112" y="892"/>
                      <a:pt x="112" y="892"/>
                      <a:pt x="112" y="892"/>
                    </a:cubicBezTo>
                    <a:cubicBezTo>
                      <a:pt x="81" y="763"/>
                      <a:pt x="76" y="589"/>
                      <a:pt x="126" y="357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1" name="Google Shape;671;p7"/>
              <p:cNvSpPr/>
              <p:nvPr/>
            </p:nvSpPr>
            <p:spPr>
              <a:xfrm>
                <a:off x="1906" y="2543"/>
                <a:ext cx="907" cy="2131"/>
              </a:xfrm>
              <a:custGeom>
                <a:rect b="b" l="l" r="r" t="t"/>
                <a:pathLst>
                  <a:path extrusionOk="0" h="902" w="384">
                    <a:moveTo>
                      <a:pt x="104" y="320"/>
                    </a:moveTo>
                    <a:cubicBezTo>
                      <a:pt x="174" y="123"/>
                      <a:pt x="279" y="52"/>
                      <a:pt x="384" y="0"/>
                    </a:cubicBezTo>
                    <a:cubicBezTo>
                      <a:pt x="317" y="8"/>
                      <a:pt x="246" y="68"/>
                      <a:pt x="205" y="117"/>
                    </a:cubicBezTo>
                    <a:cubicBezTo>
                      <a:pt x="165" y="166"/>
                      <a:pt x="108" y="240"/>
                      <a:pt x="56" y="425"/>
                    </a:cubicBezTo>
                    <a:cubicBezTo>
                      <a:pt x="0" y="629"/>
                      <a:pt x="6" y="790"/>
                      <a:pt x="27" y="902"/>
                    </a:cubicBezTo>
                    <a:cubicBezTo>
                      <a:pt x="54" y="902"/>
                      <a:pt x="54" y="902"/>
                      <a:pt x="54" y="902"/>
                    </a:cubicBezTo>
                    <a:cubicBezTo>
                      <a:pt x="26" y="766"/>
                      <a:pt x="16" y="562"/>
                      <a:pt x="104" y="32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2" name="Google Shape;672;p7"/>
              <p:cNvSpPr/>
              <p:nvPr/>
            </p:nvSpPr>
            <p:spPr>
              <a:xfrm>
                <a:off x="2601" y="2579"/>
                <a:ext cx="446" cy="2095"/>
              </a:xfrm>
              <a:custGeom>
                <a:rect b="b" l="l" r="r" t="t"/>
                <a:pathLst>
                  <a:path extrusionOk="0" h="887" w="189">
                    <a:moveTo>
                      <a:pt x="122" y="338"/>
                    </a:moveTo>
                    <a:cubicBezTo>
                      <a:pt x="132" y="197"/>
                      <a:pt x="188" y="0"/>
                      <a:pt x="188" y="0"/>
                    </a:cubicBezTo>
                    <a:cubicBezTo>
                      <a:pt x="188" y="0"/>
                      <a:pt x="71" y="121"/>
                      <a:pt x="41" y="303"/>
                    </a:cubicBezTo>
                    <a:cubicBezTo>
                      <a:pt x="0" y="552"/>
                      <a:pt x="22" y="745"/>
                      <a:pt x="63" y="887"/>
                    </a:cubicBezTo>
                    <a:cubicBezTo>
                      <a:pt x="189" y="887"/>
                      <a:pt x="189" y="887"/>
                      <a:pt x="189" y="887"/>
                    </a:cubicBezTo>
                    <a:cubicBezTo>
                      <a:pt x="142" y="752"/>
                      <a:pt x="106" y="570"/>
                      <a:pt x="122" y="33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3" name="Google Shape;673;p7"/>
              <p:cNvSpPr/>
              <p:nvPr/>
            </p:nvSpPr>
            <p:spPr>
              <a:xfrm>
                <a:off x="2528" y="2534"/>
                <a:ext cx="590" cy="2140"/>
              </a:xfrm>
              <a:custGeom>
                <a:rect b="b" l="l" r="r" t="t"/>
                <a:pathLst>
                  <a:path extrusionOk="0" h="906" w="250">
                    <a:moveTo>
                      <a:pt x="72" y="378"/>
                    </a:moveTo>
                    <a:cubicBezTo>
                      <a:pt x="87" y="208"/>
                      <a:pt x="206" y="30"/>
                      <a:pt x="250" y="0"/>
                    </a:cubicBezTo>
                    <a:cubicBezTo>
                      <a:pt x="201" y="14"/>
                      <a:pt x="113" y="116"/>
                      <a:pt x="63" y="306"/>
                    </a:cubicBezTo>
                    <a:cubicBezTo>
                      <a:pt x="0" y="543"/>
                      <a:pt x="33" y="753"/>
                      <a:pt x="83" y="906"/>
                    </a:cubicBezTo>
                    <a:cubicBezTo>
                      <a:pt x="121" y="906"/>
                      <a:pt x="121" y="906"/>
                      <a:pt x="121" y="906"/>
                    </a:cubicBezTo>
                    <a:cubicBezTo>
                      <a:pt x="81" y="772"/>
                      <a:pt x="52" y="594"/>
                      <a:pt x="72" y="37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4" name="Google Shape;674;p7"/>
              <p:cNvSpPr/>
              <p:nvPr/>
            </p:nvSpPr>
            <p:spPr>
              <a:xfrm>
                <a:off x="4228" y="2567"/>
                <a:ext cx="518" cy="2107"/>
              </a:xfrm>
              <a:custGeom>
                <a:rect b="b" l="l" r="r" t="t"/>
                <a:pathLst>
                  <a:path extrusionOk="0" h="892" w="219">
                    <a:moveTo>
                      <a:pt x="219" y="503"/>
                    </a:moveTo>
                    <a:cubicBezTo>
                      <a:pt x="212" y="498"/>
                      <a:pt x="212" y="498"/>
                      <a:pt x="212" y="498"/>
                    </a:cubicBezTo>
                    <a:cubicBezTo>
                      <a:pt x="214" y="464"/>
                      <a:pt x="216" y="436"/>
                      <a:pt x="216" y="431"/>
                    </a:cubicBezTo>
                    <a:cubicBezTo>
                      <a:pt x="216" y="420"/>
                      <a:pt x="198" y="189"/>
                      <a:pt x="165" y="126"/>
                    </a:cubicBezTo>
                    <a:cubicBezTo>
                      <a:pt x="131" y="63"/>
                      <a:pt x="0" y="0"/>
                      <a:pt x="0" y="0"/>
                    </a:cubicBezTo>
                    <a:cubicBezTo>
                      <a:pt x="0" y="0"/>
                      <a:pt x="105" y="147"/>
                      <a:pt x="124" y="231"/>
                    </a:cubicBezTo>
                    <a:cubicBezTo>
                      <a:pt x="148" y="338"/>
                      <a:pt x="140" y="465"/>
                      <a:pt x="132" y="539"/>
                    </a:cubicBezTo>
                    <a:cubicBezTo>
                      <a:pt x="130" y="541"/>
                      <a:pt x="130" y="541"/>
                      <a:pt x="130" y="541"/>
                    </a:cubicBezTo>
                    <a:cubicBezTo>
                      <a:pt x="130" y="541"/>
                      <a:pt x="106" y="732"/>
                      <a:pt x="72" y="892"/>
                    </a:cubicBezTo>
                    <a:cubicBezTo>
                      <a:pt x="180" y="892"/>
                      <a:pt x="180" y="892"/>
                      <a:pt x="180" y="892"/>
                    </a:cubicBezTo>
                    <a:cubicBezTo>
                      <a:pt x="184" y="874"/>
                      <a:pt x="188" y="855"/>
                      <a:pt x="191" y="837"/>
                    </a:cubicBezTo>
                    <a:cubicBezTo>
                      <a:pt x="212" y="721"/>
                      <a:pt x="219" y="503"/>
                      <a:pt x="219" y="5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5" name="Google Shape;675;p7"/>
              <p:cNvSpPr/>
              <p:nvPr/>
            </p:nvSpPr>
            <p:spPr>
              <a:xfrm>
                <a:off x="4169" y="2496"/>
                <a:ext cx="685" cy="2178"/>
              </a:xfrm>
              <a:custGeom>
                <a:rect b="b" l="l" r="r" t="t"/>
                <a:pathLst>
                  <a:path extrusionOk="0" h="922" w="290">
                    <a:moveTo>
                      <a:pt x="247" y="267"/>
                    </a:moveTo>
                    <a:cubicBezTo>
                      <a:pt x="171" y="0"/>
                      <a:pt x="0" y="9"/>
                      <a:pt x="0" y="9"/>
                    </a:cubicBezTo>
                    <a:cubicBezTo>
                      <a:pt x="0" y="9"/>
                      <a:pt x="185" y="130"/>
                      <a:pt x="210" y="262"/>
                    </a:cubicBezTo>
                    <a:cubicBezTo>
                      <a:pt x="262" y="552"/>
                      <a:pt x="248" y="767"/>
                      <a:pt x="211" y="922"/>
                    </a:cubicBezTo>
                    <a:cubicBezTo>
                      <a:pt x="250" y="922"/>
                      <a:pt x="250" y="922"/>
                      <a:pt x="250" y="922"/>
                    </a:cubicBezTo>
                    <a:cubicBezTo>
                      <a:pt x="279" y="776"/>
                      <a:pt x="290" y="569"/>
                      <a:pt x="247" y="26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6" name="Google Shape;676;p7"/>
              <p:cNvSpPr/>
              <p:nvPr/>
            </p:nvSpPr>
            <p:spPr>
              <a:xfrm>
                <a:off x="4736" y="2574"/>
                <a:ext cx="1042" cy="2100"/>
              </a:xfrm>
              <a:custGeom>
                <a:rect b="b" l="l" r="r" t="t"/>
                <a:pathLst>
                  <a:path extrusionOk="0" h="889" w="441">
                    <a:moveTo>
                      <a:pt x="365" y="203"/>
                    </a:moveTo>
                    <a:cubicBezTo>
                      <a:pt x="338" y="135"/>
                      <a:pt x="209" y="72"/>
                      <a:pt x="209" y="72"/>
                    </a:cubicBezTo>
                    <a:cubicBezTo>
                      <a:pt x="209" y="72"/>
                      <a:pt x="98" y="0"/>
                      <a:pt x="0" y="30"/>
                    </a:cubicBezTo>
                    <a:cubicBezTo>
                      <a:pt x="89" y="58"/>
                      <a:pt x="230" y="151"/>
                      <a:pt x="280" y="328"/>
                    </a:cubicBezTo>
                    <a:cubicBezTo>
                      <a:pt x="352" y="574"/>
                      <a:pt x="295" y="766"/>
                      <a:pt x="289" y="829"/>
                    </a:cubicBezTo>
                    <a:cubicBezTo>
                      <a:pt x="288" y="847"/>
                      <a:pt x="283" y="867"/>
                      <a:pt x="276" y="889"/>
                    </a:cubicBezTo>
                    <a:cubicBezTo>
                      <a:pt x="371" y="889"/>
                      <a:pt x="371" y="889"/>
                      <a:pt x="371" y="889"/>
                    </a:cubicBezTo>
                    <a:cubicBezTo>
                      <a:pt x="376" y="871"/>
                      <a:pt x="379" y="853"/>
                      <a:pt x="383" y="834"/>
                    </a:cubicBezTo>
                    <a:cubicBezTo>
                      <a:pt x="441" y="512"/>
                      <a:pt x="392" y="270"/>
                      <a:pt x="365" y="2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77" name="Google Shape;677;p7"/>
              <p:cNvSpPr/>
              <p:nvPr/>
            </p:nvSpPr>
            <p:spPr>
              <a:xfrm>
                <a:off x="4861" y="2466"/>
                <a:ext cx="990" cy="2208"/>
              </a:xfrm>
              <a:custGeom>
                <a:rect b="b" l="l" r="r" t="t"/>
                <a:pathLst>
                  <a:path extrusionOk="0" h="935" w="419">
                    <a:moveTo>
                      <a:pt x="357" y="325"/>
                    </a:moveTo>
                    <a:cubicBezTo>
                      <a:pt x="306" y="199"/>
                      <a:pt x="243" y="96"/>
                      <a:pt x="196" y="66"/>
                    </a:cubicBezTo>
                    <a:cubicBezTo>
                      <a:pt x="148" y="35"/>
                      <a:pt x="24" y="0"/>
                      <a:pt x="0" y="40"/>
                    </a:cubicBezTo>
                    <a:cubicBezTo>
                      <a:pt x="53" y="51"/>
                      <a:pt x="205" y="71"/>
                      <a:pt x="272" y="229"/>
                    </a:cubicBezTo>
                    <a:cubicBezTo>
                      <a:pt x="339" y="385"/>
                      <a:pt x="377" y="539"/>
                      <a:pt x="377" y="666"/>
                    </a:cubicBezTo>
                    <a:cubicBezTo>
                      <a:pt x="377" y="782"/>
                      <a:pt x="341" y="860"/>
                      <a:pt x="320" y="935"/>
                    </a:cubicBezTo>
                    <a:cubicBezTo>
                      <a:pt x="359" y="935"/>
                      <a:pt x="359" y="935"/>
                      <a:pt x="359" y="935"/>
                    </a:cubicBezTo>
                    <a:cubicBezTo>
                      <a:pt x="371" y="901"/>
                      <a:pt x="381" y="866"/>
                      <a:pt x="386" y="828"/>
                    </a:cubicBezTo>
                    <a:cubicBezTo>
                      <a:pt x="419" y="584"/>
                      <a:pt x="410" y="452"/>
                      <a:pt x="357" y="32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</p:grpSp>
        <p:grpSp>
          <p:nvGrpSpPr>
            <p:cNvPr id="678" name="Google Shape;678;p7"/>
            <p:cNvGrpSpPr/>
            <p:nvPr/>
          </p:nvGrpSpPr>
          <p:grpSpPr>
            <a:xfrm flipH="1">
              <a:off x="2055224" y="5313306"/>
              <a:ext cx="1134584" cy="955223"/>
              <a:chOff x="3900133" y="5425719"/>
              <a:chExt cx="1778554" cy="1449268"/>
            </a:xfrm>
          </p:grpSpPr>
          <p:sp>
            <p:nvSpPr>
              <p:cNvPr id="679" name="Google Shape;679;p7"/>
              <p:cNvSpPr/>
              <p:nvPr/>
            </p:nvSpPr>
            <p:spPr>
              <a:xfrm>
                <a:off x="3900133" y="5425719"/>
                <a:ext cx="1778554" cy="1449267"/>
              </a:xfrm>
              <a:custGeom>
                <a:rect b="b" l="l" r="r" t="t"/>
                <a:pathLst>
                  <a:path extrusionOk="0" h="1407849" w="1778554">
                    <a:moveTo>
                      <a:pt x="834376" y="641"/>
                    </a:moveTo>
                    <a:cubicBezTo>
                      <a:pt x="890891" y="5368"/>
                      <a:pt x="941632" y="35832"/>
                      <a:pt x="985025" y="77853"/>
                    </a:cubicBezTo>
                    <a:cubicBezTo>
                      <a:pt x="1014886" y="130144"/>
                      <a:pt x="1027951" y="169363"/>
                      <a:pt x="1037282" y="255271"/>
                    </a:cubicBezTo>
                    <a:cubicBezTo>
                      <a:pt x="1177258" y="255271"/>
                      <a:pt x="1281773" y="331841"/>
                      <a:pt x="1326565" y="412146"/>
                    </a:cubicBezTo>
                    <a:cubicBezTo>
                      <a:pt x="1449743" y="402808"/>
                      <a:pt x="1623313" y="511127"/>
                      <a:pt x="1709165" y="724029"/>
                    </a:cubicBezTo>
                    <a:cubicBezTo>
                      <a:pt x="1815546" y="989223"/>
                      <a:pt x="1780086" y="1144230"/>
                      <a:pt x="1731561" y="1273092"/>
                    </a:cubicBezTo>
                    <a:cubicBezTo>
                      <a:pt x="1716570" y="1308345"/>
                      <a:pt x="1692848" y="1358057"/>
                      <a:pt x="1663915" y="1407849"/>
                    </a:cubicBezTo>
                    <a:lnTo>
                      <a:pt x="153541" y="1407849"/>
                    </a:lnTo>
                    <a:cubicBezTo>
                      <a:pt x="87831" y="1332848"/>
                      <a:pt x="37670" y="1252905"/>
                      <a:pt x="16394" y="1187184"/>
                    </a:cubicBezTo>
                    <a:cubicBezTo>
                      <a:pt x="-11601" y="1097541"/>
                      <a:pt x="-2269" y="1017236"/>
                      <a:pt x="33191" y="813672"/>
                    </a:cubicBezTo>
                    <a:cubicBezTo>
                      <a:pt x="76117" y="576492"/>
                      <a:pt x="197429" y="464438"/>
                      <a:pt x="277682" y="421484"/>
                    </a:cubicBezTo>
                    <a:cubicBezTo>
                      <a:pt x="339249" y="386013"/>
                      <a:pt x="445577" y="363606"/>
                      <a:pt x="445653" y="363590"/>
                    </a:cubicBezTo>
                    <a:cubicBezTo>
                      <a:pt x="445653" y="363590"/>
                      <a:pt x="529638" y="288887"/>
                      <a:pt x="608024" y="257139"/>
                    </a:cubicBezTo>
                    <a:cubicBezTo>
                      <a:pt x="688251" y="223534"/>
                      <a:pt x="809510" y="240320"/>
                      <a:pt x="809589" y="240331"/>
                    </a:cubicBezTo>
                    <a:cubicBezTo>
                      <a:pt x="813322" y="219787"/>
                      <a:pt x="828252" y="189906"/>
                      <a:pt x="809589" y="165628"/>
                    </a:cubicBezTo>
                    <a:cubicBezTo>
                      <a:pt x="792792" y="146953"/>
                      <a:pt x="725604" y="202979"/>
                      <a:pt x="706940" y="217920"/>
                    </a:cubicBezTo>
                    <a:cubicBezTo>
                      <a:pt x="656549" y="85323"/>
                      <a:pt x="753599" y="12488"/>
                      <a:pt x="775995" y="5018"/>
                    </a:cubicBezTo>
                    <a:cubicBezTo>
                      <a:pt x="796058" y="349"/>
                      <a:pt x="815538" y="-935"/>
                      <a:pt x="834376" y="64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0" name="Google Shape;680;p7"/>
              <p:cNvSpPr/>
              <p:nvPr/>
            </p:nvSpPr>
            <p:spPr>
              <a:xfrm>
                <a:off x="3983652" y="5722937"/>
                <a:ext cx="1620621" cy="1152049"/>
              </a:xfrm>
              <a:custGeom>
                <a:rect b="b" l="l" r="r" t="t"/>
                <a:pathLst>
                  <a:path extrusionOk="0" h="1152049" w="1620621">
                    <a:moveTo>
                      <a:pt x="833808" y="35"/>
                    </a:moveTo>
                    <a:cubicBezTo>
                      <a:pt x="974457" y="1312"/>
                      <a:pt x="1118203" y="37786"/>
                      <a:pt x="1202177" y="148666"/>
                    </a:cubicBezTo>
                    <a:cubicBezTo>
                      <a:pt x="1555793" y="141503"/>
                      <a:pt x="1790788" y="826807"/>
                      <a:pt x="1466297" y="1152049"/>
                    </a:cubicBezTo>
                    <a:lnTo>
                      <a:pt x="168625" y="1152049"/>
                    </a:lnTo>
                    <a:cubicBezTo>
                      <a:pt x="53448" y="1050468"/>
                      <a:pt x="-5593" y="889826"/>
                      <a:pt x="418" y="641676"/>
                    </a:cubicBezTo>
                    <a:cubicBezTo>
                      <a:pt x="32136" y="165560"/>
                      <a:pt x="341799" y="126271"/>
                      <a:pt x="341912" y="126257"/>
                    </a:cubicBezTo>
                    <a:cubicBezTo>
                      <a:pt x="341912" y="126257"/>
                      <a:pt x="418421" y="64630"/>
                      <a:pt x="597565" y="27281"/>
                    </a:cubicBezTo>
                    <a:cubicBezTo>
                      <a:pt x="666144" y="11174"/>
                      <a:pt x="749418" y="-731"/>
                      <a:pt x="833808" y="35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1" name="Google Shape;681;p7"/>
              <p:cNvSpPr/>
              <p:nvPr/>
            </p:nvSpPr>
            <p:spPr>
              <a:xfrm>
                <a:off x="4413283" y="5447624"/>
                <a:ext cx="783966" cy="467060"/>
              </a:xfrm>
              <a:custGeom>
                <a:rect b="b" l="l" r="r" t="t"/>
                <a:pathLst>
                  <a:path extrusionOk="0" h="250" w="420">
                    <a:moveTo>
                      <a:pt x="341" y="157"/>
                    </a:moveTo>
                    <a:cubicBezTo>
                      <a:pt x="295" y="138"/>
                      <a:pt x="255" y="144"/>
                      <a:pt x="255" y="144"/>
                    </a:cubicBezTo>
                    <a:cubicBezTo>
                      <a:pt x="255" y="144"/>
                      <a:pt x="273" y="92"/>
                      <a:pt x="240" y="45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50"/>
                      <a:pt x="112" y="82"/>
                    </a:cubicBezTo>
                    <a:cubicBezTo>
                      <a:pt x="160" y="23"/>
                      <a:pt x="216" y="84"/>
                      <a:pt x="177" y="141"/>
                    </a:cubicBezTo>
                    <a:cubicBezTo>
                      <a:pt x="143" y="141"/>
                      <a:pt x="70" y="118"/>
                      <a:pt x="0" y="195"/>
                    </a:cubicBezTo>
                    <a:cubicBezTo>
                      <a:pt x="0" y="195"/>
                      <a:pt x="65" y="171"/>
                      <a:pt x="95" y="175"/>
                    </a:cubicBezTo>
                    <a:cubicBezTo>
                      <a:pt x="74" y="199"/>
                      <a:pt x="75" y="224"/>
                      <a:pt x="75" y="224"/>
                    </a:cubicBezTo>
                    <a:cubicBezTo>
                      <a:pt x="75" y="224"/>
                      <a:pt x="133" y="197"/>
                      <a:pt x="188" y="196"/>
                    </a:cubicBezTo>
                    <a:cubicBezTo>
                      <a:pt x="237" y="211"/>
                      <a:pt x="285" y="250"/>
                      <a:pt x="285" y="250"/>
                    </a:cubicBezTo>
                    <a:cubicBezTo>
                      <a:pt x="285" y="250"/>
                      <a:pt x="310" y="228"/>
                      <a:pt x="301" y="188"/>
                    </a:cubicBezTo>
                    <a:cubicBezTo>
                      <a:pt x="338" y="195"/>
                      <a:pt x="420" y="228"/>
                      <a:pt x="420" y="228"/>
                    </a:cubicBezTo>
                    <a:cubicBezTo>
                      <a:pt x="420" y="228"/>
                      <a:pt x="401" y="184"/>
                      <a:pt x="341" y="15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2" name="Google Shape;682;p7"/>
              <p:cNvSpPr/>
              <p:nvPr/>
            </p:nvSpPr>
            <p:spPr>
              <a:xfrm>
                <a:off x="4857425" y="5528233"/>
                <a:ext cx="53740" cy="257634"/>
              </a:xfrm>
              <a:custGeom>
                <a:rect b="b" l="l" r="r" t="t"/>
                <a:pathLst>
                  <a:path extrusionOk="0" h="138" w="29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8"/>
                      <a:pt x="10" y="138"/>
                    </a:cubicBezTo>
                    <a:cubicBezTo>
                      <a:pt x="10" y="138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3" name="Google Shape;683;p7"/>
              <p:cNvSpPr/>
              <p:nvPr/>
            </p:nvSpPr>
            <p:spPr>
              <a:xfrm>
                <a:off x="4413283" y="5692613"/>
                <a:ext cx="335873" cy="108269"/>
              </a:xfrm>
              <a:custGeom>
                <a:rect b="b" l="l" r="r" t="t"/>
                <a:pathLst>
                  <a:path extrusionOk="0" h="58" w="180">
                    <a:moveTo>
                      <a:pt x="112" y="1"/>
                    </a:moveTo>
                    <a:cubicBezTo>
                      <a:pt x="84" y="3"/>
                      <a:pt x="21" y="25"/>
                      <a:pt x="0" y="58"/>
                    </a:cubicBezTo>
                    <a:cubicBezTo>
                      <a:pt x="46" y="29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4" name="Google Shape;684;p7"/>
              <p:cNvSpPr/>
              <p:nvPr/>
            </p:nvSpPr>
            <p:spPr>
              <a:xfrm>
                <a:off x="5052476" y="5994504"/>
                <a:ext cx="189023" cy="880483"/>
              </a:xfrm>
              <a:custGeom>
                <a:rect b="b" l="l" r="r" t="t"/>
                <a:pathLst>
                  <a:path extrusionOk="0" h="880483" w="189023">
                    <a:moveTo>
                      <a:pt x="38085" y="0"/>
                    </a:moveTo>
                    <a:cubicBezTo>
                      <a:pt x="38085" y="0"/>
                      <a:pt x="144558" y="108276"/>
                      <a:pt x="168842" y="270691"/>
                    </a:cubicBezTo>
                    <a:cubicBezTo>
                      <a:pt x="215658" y="550504"/>
                      <a:pt x="173604" y="750067"/>
                      <a:pt x="118259" y="880483"/>
                    </a:cubicBezTo>
                    <a:lnTo>
                      <a:pt x="0" y="880483"/>
                    </a:lnTo>
                    <a:cubicBezTo>
                      <a:pt x="59249" y="758323"/>
                      <a:pt x="116523" y="566515"/>
                      <a:pt x="97859" y="302427"/>
                    </a:cubicBezTo>
                    <a:cubicBezTo>
                      <a:pt x="88521" y="175495"/>
                      <a:pt x="38095" y="35"/>
                      <a:pt x="38085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5" name="Google Shape;685;p7"/>
              <p:cNvSpPr/>
              <p:nvPr/>
            </p:nvSpPr>
            <p:spPr>
              <a:xfrm>
                <a:off x="5062398" y="5980278"/>
                <a:ext cx="196539" cy="894708"/>
              </a:xfrm>
              <a:custGeom>
                <a:rect b="b" l="l" r="r" t="t"/>
                <a:pathLst>
                  <a:path extrusionOk="0" h="894708" w="196539">
                    <a:moveTo>
                      <a:pt x="0" y="0"/>
                    </a:moveTo>
                    <a:cubicBezTo>
                      <a:pt x="44831" y="13060"/>
                      <a:pt x="123285" y="102609"/>
                      <a:pt x="166248" y="272381"/>
                    </a:cubicBezTo>
                    <a:cubicBezTo>
                      <a:pt x="235278" y="535149"/>
                      <a:pt x="172625" y="758915"/>
                      <a:pt x="114420" y="894708"/>
                    </a:cubicBezTo>
                    <a:lnTo>
                      <a:pt x="80704" y="894708"/>
                    </a:lnTo>
                    <a:cubicBezTo>
                      <a:pt x="131443" y="772508"/>
                      <a:pt x="181173" y="581866"/>
                      <a:pt x="158776" y="335812"/>
                    </a:cubicBezTo>
                    <a:cubicBezTo>
                      <a:pt x="145700" y="184697"/>
                      <a:pt x="41095" y="26119"/>
                      <a:pt x="0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6" name="Google Shape;686;p7"/>
              <p:cNvSpPr/>
              <p:nvPr/>
            </p:nvSpPr>
            <p:spPr>
              <a:xfrm>
                <a:off x="4450427" y="5944715"/>
                <a:ext cx="194220" cy="930271"/>
              </a:xfrm>
              <a:custGeom>
                <a:rect b="b" l="l" r="r" t="t"/>
                <a:pathLst>
                  <a:path extrusionOk="0" h="930271" w="194220">
                    <a:moveTo>
                      <a:pt x="194220" y="0"/>
                    </a:moveTo>
                    <a:cubicBezTo>
                      <a:pt x="194220" y="0"/>
                      <a:pt x="100845" y="130665"/>
                      <a:pt x="84038" y="203465"/>
                    </a:cubicBezTo>
                    <a:cubicBezTo>
                      <a:pt x="61628" y="300530"/>
                      <a:pt x="69098" y="414396"/>
                      <a:pt x="76568" y="479728"/>
                    </a:cubicBezTo>
                    <a:cubicBezTo>
                      <a:pt x="76568" y="481488"/>
                      <a:pt x="76568" y="481589"/>
                      <a:pt x="76568" y="481595"/>
                    </a:cubicBezTo>
                    <a:cubicBezTo>
                      <a:pt x="76568" y="481595"/>
                      <a:pt x="112050" y="739192"/>
                      <a:pt x="153135" y="886657"/>
                    </a:cubicBezTo>
                    <a:cubicBezTo>
                      <a:pt x="157681" y="902264"/>
                      <a:pt x="162833" y="917139"/>
                      <a:pt x="170923" y="930271"/>
                    </a:cubicBezTo>
                    <a:lnTo>
                      <a:pt x="72419" y="930271"/>
                    </a:lnTo>
                    <a:cubicBezTo>
                      <a:pt x="54542" y="875146"/>
                      <a:pt x="37264" y="811367"/>
                      <a:pt x="24278" y="742925"/>
                    </a:cubicBezTo>
                    <a:cubicBezTo>
                      <a:pt x="5604" y="642136"/>
                      <a:pt x="1" y="446165"/>
                      <a:pt x="0" y="446129"/>
                    </a:cubicBezTo>
                    <a:cubicBezTo>
                      <a:pt x="0" y="446129"/>
                      <a:pt x="0" y="446129"/>
                      <a:pt x="701" y="445662"/>
                    </a:cubicBezTo>
                    <a:lnTo>
                      <a:pt x="5603" y="442395"/>
                    </a:lnTo>
                    <a:cubicBezTo>
                      <a:pt x="3735" y="412529"/>
                      <a:pt x="1868" y="388263"/>
                      <a:pt x="1868" y="382663"/>
                    </a:cubicBezTo>
                    <a:cubicBezTo>
                      <a:pt x="1868" y="373329"/>
                      <a:pt x="18675" y="167998"/>
                      <a:pt x="48555" y="111999"/>
                    </a:cubicBezTo>
                    <a:cubicBezTo>
                      <a:pt x="76561" y="56013"/>
                      <a:pt x="194164" y="27"/>
                      <a:pt x="19422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87" name="Google Shape;687;p7"/>
              <p:cNvSpPr/>
              <p:nvPr/>
            </p:nvSpPr>
            <p:spPr>
              <a:xfrm>
                <a:off x="4421502" y="5931608"/>
                <a:ext cx="245464" cy="943378"/>
              </a:xfrm>
              <a:custGeom>
                <a:rect b="b" l="l" r="r" t="t"/>
                <a:pathLst>
                  <a:path extrusionOk="0" h="943378" w="245464">
                    <a:moveTo>
                      <a:pt x="245464" y="27"/>
                    </a:moveTo>
                    <a:cubicBezTo>
                      <a:pt x="245464" y="27"/>
                      <a:pt x="81354" y="106426"/>
                      <a:pt x="60840" y="224024"/>
                    </a:cubicBezTo>
                    <a:cubicBezTo>
                      <a:pt x="-4713" y="578346"/>
                      <a:pt x="42630" y="807655"/>
                      <a:pt x="100318" y="943378"/>
                    </a:cubicBezTo>
                    <a:lnTo>
                      <a:pt x="61533" y="943378"/>
                    </a:lnTo>
                    <a:cubicBezTo>
                      <a:pt x="11695" y="817844"/>
                      <a:pt x="-27905" y="606641"/>
                      <a:pt x="25407" y="229624"/>
                    </a:cubicBezTo>
                    <a:cubicBezTo>
                      <a:pt x="94408" y="-7440"/>
                      <a:pt x="245464" y="27"/>
                      <a:pt x="245464" y="2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</p:grpSp>
        <p:grpSp>
          <p:nvGrpSpPr>
            <p:cNvPr id="688" name="Google Shape;688;p7"/>
            <p:cNvGrpSpPr/>
            <p:nvPr/>
          </p:nvGrpSpPr>
          <p:grpSpPr>
            <a:xfrm>
              <a:off x="-1588" y="5362669"/>
              <a:ext cx="1522208" cy="1521243"/>
              <a:chOff x="-1588" y="5362669"/>
              <a:chExt cx="1522208" cy="1521243"/>
            </a:xfrm>
          </p:grpSpPr>
          <p:sp>
            <p:nvSpPr>
              <p:cNvPr id="689" name="Google Shape;689;p7"/>
              <p:cNvSpPr/>
              <p:nvPr/>
            </p:nvSpPr>
            <p:spPr>
              <a:xfrm>
                <a:off x="-1588" y="5362669"/>
                <a:ext cx="1522208" cy="1521243"/>
              </a:xfrm>
              <a:custGeom>
                <a:rect b="b" l="l" r="r" t="t"/>
                <a:pathLst>
                  <a:path extrusionOk="0" h="1521243" w="1522208">
                    <a:moveTo>
                      <a:pt x="570110" y="1095"/>
                    </a:moveTo>
                    <a:cubicBezTo>
                      <a:pt x="735670" y="-14895"/>
                      <a:pt x="813888" y="149579"/>
                      <a:pt x="813888" y="149579"/>
                    </a:cubicBezTo>
                    <a:cubicBezTo>
                      <a:pt x="813964" y="149631"/>
                      <a:pt x="1021636" y="289387"/>
                      <a:pt x="1130589" y="303025"/>
                    </a:cubicBezTo>
                    <a:cubicBezTo>
                      <a:pt x="1355344" y="337124"/>
                      <a:pt x="1522208" y="916807"/>
                      <a:pt x="1522208" y="1090712"/>
                    </a:cubicBezTo>
                    <a:cubicBezTo>
                      <a:pt x="1522208" y="1250371"/>
                      <a:pt x="1459496" y="1421991"/>
                      <a:pt x="1392316" y="1521243"/>
                    </a:cubicBezTo>
                    <a:lnTo>
                      <a:pt x="0" y="1521243"/>
                    </a:lnTo>
                    <a:cubicBezTo>
                      <a:pt x="0" y="453060"/>
                      <a:pt x="0" y="453060"/>
                      <a:pt x="0" y="453060"/>
                    </a:cubicBezTo>
                    <a:cubicBezTo>
                      <a:pt x="143026" y="316664"/>
                      <a:pt x="214539" y="337124"/>
                      <a:pt x="214539" y="337124"/>
                    </a:cubicBezTo>
                    <a:cubicBezTo>
                      <a:pt x="388214" y="84791"/>
                      <a:pt x="493781" y="20003"/>
                      <a:pt x="493781" y="20003"/>
                    </a:cubicBezTo>
                    <a:cubicBezTo>
                      <a:pt x="521024" y="9347"/>
                      <a:pt x="546458" y="3379"/>
                      <a:pt x="570110" y="1095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0" name="Google Shape;690;p7"/>
              <p:cNvSpPr/>
              <p:nvPr/>
            </p:nvSpPr>
            <p:spPr>
              <a:xfrm>
                <a:off x="-1588" y="5667284"/>
                <a:ext cx="1425345" cy="1216628"/>
              </a:xfrm>
              <a:custGeom>
                <a:rect b="b" l="l" r="r" t="t"/>
                <a:pathLst>
                  <a:path extrusionOk="0" h="1216628" w="1425345">
                    <a:moveTo>
                      <a:pt x="661868" y="221"/>
                    </a:moveTo>
                    <a:cubicBezTo>
                      <a:pt x="759828" y="-2760"/>
                      <a:pt x="856936" y="24489"/>
                      <a:pt x="909749" y="84097"/>
                    </a:cubicBezTo>
                    <a:cubicBezTo>
                      <a:pt x="1155074" y="-1057"/>
                      <a:pt x="1386770" y="342962"/>
                      <a:pt x="1420843" y="741478"/>
                    </a:cubicBezTo>
                    <a:cubicBezTo>
                      <a:pt x="1440113" y="946949"/>
                      <a:pt x="1397495" y="1116107"/>
                      <a:pt x="1293630" y="1216628"/>
                    </a:cubicBezTo>
                    <a:lnTo>
                      <a:pt x="42881" y="1216628"/>
                    </a:lnTo>
                    <a:cubicBezTo>
                      <a:pt x="19610" y="1174130"/>
                      <a:pt x="4386" y="1121381"/>
                      <a:pt x="0" y="1058248"/>
                    </a:cubicBezTo>
                    <a:cubicBezTo>
                      <a:pt x="0" y="339556"/>
                      <a:pt x="0" y="339556"/>
                      <a:pt x="0" y="339556"/>
                    </a:cubicBezTo>
                    <a:cubicBezTo>
                      <a:pt x="68146" y="176062"/>
                      <a:pt x="201031" y="67066"/>
                      <a:pt x="408876" y="97721"/>
                    </a:cubicBezTo>
                    <a:cubicBezTo>
                      <a:pt x="465096" y="36411"/>
                      <a:pt x="563908" y="3201"/>
                      <a:pt x="661868" y="221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1" name="Google Shape;691;p7"/>
              <p:cNvSpPr/>
              <p:nvPr/>
            </p:nvSpPr>
            <p:spPr>
              <a:xfrm>
                <a:off x="907409" y="5750479"/>
                <a:ext cx="488244" cy="1133433"/>
              </a:xfrm>
              <a:custGeom>
                <a:rect b="b" l="l" r="r" t="t"/>
                <a:pathLst>
                  <a:path extrusionOk="0" h="1133433" w="488244">
                    <a:moveTo>
                      <a:pt x="0" y="0"/>
                    </a:moveTo>
                    <a:cubicBezTo>
                      <a:pt x="19" y="1"/>
                      <a:pt x="198005" y="10240"/>
                      <a:pt x="293587" y="136444"/>
                    </a:cubicBezTo>
                    <a:cubicBezTo>
                      <a:pt x="416484" y="307000"/>
                      <a:pt x="522312" y="576477"/>
                      <a:pt x="477933" y="873243"/>
                    </a:cubicBezTo>
                    <a:cubicBezTo>
                      <a:pt x="461002" y="984148"/>
                      <a:pt x="420227" y="1074335"/>
                      <a:pt x="368535" y="1133433"/>
                    </a:cubicBezTo>
                    <a:lnTo>
                      <a:pt x="288146" y="1133433"/>
                    </a:lnTo>
                    <a:cubicBezTo>
                      <a:pt x="375830" y="1059353"/>
                      <a:pt x="467599" y="915517"/>
                      <a:pt x="436967" y="651522"/>
                    </a:cubicBezTo>
                    <a:cubicBezTo>
                      <a:pt x="392588" y="262655"/>
                      <a:pt x="232139" y="112567"/>
                      <a:pt x="153621" y="75045"/>
                    </a:cubicBezTo>
                    <a:cubicBezTo>
                      <a:pt x="75104" y="3752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2" name="Google Shape;692;p7"/>
              <p:cNvSpPr/>
              <p:nvPr/>
            </p:nvSpPr>
            <p:spPr>
              <a:xfrm>
                <a:off x="829495" y="5883222"/>
                <a:ext cx="371297" cy="967030"/>
              </a:xfrm>
              <a:custGeom>
                <a:rect b="b" l="l" r="r" t="t"/>
                <a:pathLst>
                  <a:path extrusionOk="0" h="311" w="96">
                    <a:moveTo>
                      <a:pt x="80" y="108"/>
                    </a:moveTo>
                    <a:cubicBezTo>
                      <a:pt x="96" y="185"/>
                      <a:pt x="89" y="248"/>
                      <a:pt x="74" y="284"/>
                    </a:cubicBezTo>
                    <a:cubicBezTo>
                      <a:pt x="64" y="309"/>
                      <a:pt x="49" y="311"/>
                      <a:pt x="49" y="311"/>
                    </a:cubicBezTo>
                    <a:cubicBezTo>
                      <a:pt x="49" y="311"/>
                      <a:pt x="79" y="255"/>
                      <a:pt x="70" y="122"/>
                    </a:cubicBezTo>
                    <a:cubicBezTo>
                      <a:pt x="65" y="40"/>
                      <a:pt x="0" y="0"/>
                      <a:pt x="0" y="0"/>
                    </a:cubicBezTo>
                    <a:cubicBezTo>
                      <a:pt x="0" y="0"/>
                      <a:pt x="62" y="4"/>
                      <a:pt x="80" y="108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3" name="Google Shape;693;p7"/>
              <p:cNvSpPr/>
              <p:nvPr/>
            </p:nvSpPr>
            <p:spPr>
              <a:xfrm>
                <a:off x="191754" y="5883222"/>
                <a:ext cx="168331" cy="925033"/>
              </a:xfrm>
              <a:custGeom>
                <a:rect b="b" l="l" r="r" t="t"/>
                <a:pathLst>
                  <a:path extrusionOk="0" h="329" w="63">
                    <a:moveTo>
                      <a:pt x="49" y="0"/>
                    </a:moveTo>
                    <a:cubicBezTo>
                      <a:pt x="49" y="0"/>
                      <a:pt x="19" y="32"/>
                      <a:pt x="16" y="104"/>
                    </a:cubicBezTo>
                    <a:cubicBezTo>
                      <a:pt x="11" y="195"/>
                      <a:pt x="63" y="329"/>
                      <a:pt x="63" y="329"/>
                    </a:cubicBezTo>
                    <a:cubicBezTo>
                      <a:pt x="63" y="329"/>
                      <a:pt x="54" y="322"/>
                      <a:pt x="47" y="321"/>
                    </a:cubicBezTo>
                    <a:cubicBezTo>
                      <a:pt x="18" y="280"/>
                      <a:pt x="0" y="187"/>
                      <a:pt x="1" y="101"/>
                    </a:cubicBezTo>
                    <a:cubicBezTo>
                      <a:pt x="1" y="15"/>
                      <a:pt x="49" y="0"/>
                      <a:pt x="49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4" name="Google Shape;694;p7"/>
              <p:cNvSpPr/>
              <p:nvPr/>
            </p:nvSpPr>
            <p:spPr>
              <a:xfrm>
                <a:off x="321611" y="5460466"/>
                <a:ext cx="578583" cy="369370"/>
              </a:xfrm>
              <a:custGeom>
                <a:rect b="b" l="l" r="r" t="t"/>
                <a:pathLst>
                  <a:path extrusionOk="0" h="108" w="170">
                    <a:moveTo>
                      <a:pt x="70" y="0"/>
                    </a:moveTo>
                    <a:cubicBezTo>
                      <a:pt x="70" y="0"/>
                      <a:pt x="70" y="0"/>
                      <a:pt x="98" y="0"/>
                    </a:cubicBezTo>
                    <a:cubicBezTo>
                      <a:pt x="98" y="0"/>
                      <a:pt x="98" y="0"/>
                      <a:pt x="96" y="28"/>
                    </a:cubicBezTo>
                    <a:cubicBezTo>
                      <a:pt x="96" y="28"/>
                      <a:pt x="107" y="35"/>
                      <a:pt x="138" y="47"/>
                    </a:cubicBezTo>
                    <a:cubicBezTo>
                      <a:pt x="168" y="58"/>
                      <a:pt x="170" y="87"/>
                      <a:pt x="170" y="87"/>
                    </a:cubicBezTo>
                    <a:cubicBezTo>
                      <a:pt x="110" y="107"/>
                      <a:pt x="4" y="108"/>
                      <a:pt x="3" y="84"/>
                    </a:cubicBezTo>
                    <a:cubicBezTo>
                      <a:pt x="0" y="60"/>
                      <a:pt x="70" y="0"/>
                      <a:pt x="70" y="0"/>
                    </a:cubicBezTo>
                    <a:close/>
                  </a:path>
                </a:pathLst>
              </a:custGeom>
              <a:solidFill>
                <a:srgbClr val="6F863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5" name="Google Shape;695;p7"/>
              <p:cNvSpPr/>
              <p:nvPr/>
            </p:nvSpPr>
            <p:spPr>
              <a:xfrm>
                <a:off x="276883" y="5460466"/>
                <a:ext cx="490570" cy="412655"/>
              </a:xfrm>
              <a:custGeom>
                <a:rect b="b" l="l" r="r" t="t"/>
                <a:pathLst>
                  <a:path extrusionOk="0" h="121" w="144">
                    <a:moveTo>
                      <a:pt x="83" y="0"/>
                    </a:moveTo>
                    <a:cubicBezTo>
                      <a:pt x="83" y="0"/>
                      <a:pt x="49" y="39"/>
                      <a:pt x="47" y="52"/>
                    </a:cubicBezTo>
                    <a:cubicBezTo>
                      <a:pt x="46" y="65"/>
                      <a:pt x="46" y="88"/>
                      <a:pt x="52" y="92"/>
                    </a:cubicBezTo>
                    <a:cubicBezTo>
                      <a:pt x="80" y="110"/>
                      <a:pt x="133" y="96"/>
                      <a:pt x="144" y="96"/>
                    </a:cubicBezTo>
                    <a:cubicBezTo>
                      <a:pt x="119" y="112"/>
                      <a:pt x="74" y="121"/>
                      <a:pt x="32" y="107"/>
                    </a:cubicBezTo>
                    <a:cubicBezTo>
                      <a:pt x="0" y="96"/>
                      <a:pt x="15" y="73"/>
                      <a:pt x="27" y="50"/>
                    </a:cubicBezTo>
                    <a:cubicBezTo>
                      <a:pt x="42" y="21"/>
                      <a:pt x="83" y="0"/>
                      <a:pt x="83" y="0"/>
                    </a:cubicBezTo>
                    <a:close/>
                  </a:path>
                </a:pathLst>
              </a:custGeom>
              <a:solidFill>
                <a:srgbClr val="5C6B2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</p:grpSp>
        <p:grpSp>
          <p:nvGrpSpPr>
            <p:cNvPr id="696" name="Google Shape;696;p7"/>
            <p:cNvGrpSpPr/>
            <p:nvPr/>
          </p:nvGrpSpPr>
          <p:grpSpPr>
            <a:xfrm>
              <a:off x="1808901" y="5856153"/>
              <a:ext cx="1693951" cy="1019100"/>
              <a:chOff x="1623186" y="-214403"/>
              <a:chExt cx="1171187" cy="716005"/>
            </a:xfrm>
          </p:grpSpPr>
          <p:sp>
            <p:nvSpPr>
              <p:cNvPr id="697" name="Google Shape;697;p7"/>
              <p:cNvSpPr/>
              <p:nvPr/>
            </p:nvSpPr>
            <p:spPr>
              <a:xfrm>
                <a:off x="1623186" y="-214403"/>
                <a:ext cx="1171187" cy="716005"/>
              </a:xfrm>
              <a:custGeom>
                <a:rect b="b" l="l" r="r" t="t"/>
                <a:pathLst>
                  <a:path extrusionOk="0" h="238" w="402">
                    <a:moveTo>
                      <a:pt x="224" y="0"/>
                    </a:moveTo>
                    <a:cubicBezTo>
                      <a:pt x="228" y="0"/>
                      <a:pt x="232" y="1"/>
                      <a:pt x="233" y="3"/>
                    </a:cubicBezTo>
                    <a:cubicBezTo>
                      <a:pt x="237" y="12"/>
                      <a:pt x="245" y="38"/>
                      <a:pt x="245" y="38"/>
                    </a:cubicBezTo>
                    <a:cubicBezTo>
                      <a:pt x="245" y="38"/>
                      <a:pt x="284" y="50"/>
                      <a:pt x="297" y="69"/>
                    </a:cubicBezTo>
                    <a:cubicBezTo>
                      <a:pt x="321" y="66"/>
                      <a:pt x="370" y="76"/>
                      <a:pt x="382" y="99"/>
                    </a:cubicBezTo>
                    <a:cubicBezTo>
                      <a:pt x="394" y="121"/>
                      <a:pt x="402" y="157"/>
                      <a:pt x="400" y="201"/>
                    </a:cubicBezTo>
                    <a:cubicBezTo>
                      <a:pt x="399" y="216"/>
                      <a:pt x="396" y="228"/>
                      <a:pt x="392" y="238"/>
                    </a:cubicBezTo>
                    <a:cubicBezTo>
                      <a:pt x="15" y="238"/>
                      <a:pt x="15" y="238"/>
                      <a:pt x="15" y="238"/>
                    </a:cubicBezTo>
                    <a:cubicBezTo>
                      <a:pt x="7" y="218"/>
                      <a:pt x="0" y="185"/>
                      <a:pt x="8" y="137"/>
                    </a:cubicBezTo>
                    <a:cubicBezTo>
                      <a:pt x="12" y="114"/>
                      <a:pt x="44" y="61"/>
                      <a:pt x="67" y="54"/>
                    </a:cubicBezTo>
                    <a:cubicBezTo>
                      <a:pt x="92" y="46"/>
                      <a:pt x="136" y="54"/>
                      <a:pt x="136" y="54"/>
                    </a:cubicBezTo>
                    <a:cubicBezTo>
                      <a:pt x="136" y="54"/>
                      <a:pt x="136" y="54"/>
                      <a:pt x="185" y="40"/>
                    </a:cubicBezTo>
                    <a:cubicBezTo>
                      <a:pt x="185" y="40"/>
                      <a:pt x="185" y="40"/>
                      <a:pt x="185" y="6"/>
                    </a:cubicBezTo>
                    <a:cubicBezTo>
                      <a:pt x="185" y="6"/>
                      <a:pt x="210" y="0"/>
                      <a:pt x="224" y="0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8" name="Google Shape;698;p7"/>
              <p:cNvSpPr/>
              <p:nvPr/>
            </p:nvSpPr>
            <p:spPr>
              <a:xfrm>
                <a:off x="1937889" y="-65032"/>
                <a:ext cx="573870" cy="148095"/>
              </a:xfrm>
              <a:custGeom>
                <a:rect b="b" l="l" r="r" t="t"/>
                <a:pathLst>
                  <a:path extrusionOk="0" h="51" w="197">
                    <a:moveTo>
                      <a:pt x="193" y="49"/>
                    </a:moveTo>
                    <a:cubicBezTo>
                      <a:pt x="193" y="49"/>
                      <a:pt x="192" y="48"/>
                      <a:pt x="190" y="47"/>
                    </a:cubicBezTo>
                    <a:cubicBezTo>
                      <a:pt x="180" y="40"/>
                      <a:pt x="151" y="10"/>
                      <a:pt x="113" y="5"/>
                    </a:cubicBezTo>
                    <a:cubicBezTo>
                      <a:pt x="68" y="0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197" y="51"/>
                      <a:pt x="197" y="51"/>
                      <a:pt x="197" y="51"/>
                    </a:cubicBezTo>
                  </a:path>
                </a:pathLst>
              </a:custGeom>
              <a:solidFill>
                <a:srgbClr val="A1602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699" name="Google Shape;699;p7"/>
              <p:cNvSpPr/>
              <p:nvPr/>
            </p:nvSpPr>
            <p:spPr>
              <a:xfrm>
                <a:off x="1689829" y="-108344"/>
                <a:ext cx="1095906" cy="609946"/>
              </a:xfrm>
              <a:custGeom>
                <a:rect b="b" l="l" r="r" t="t"/>
                <a:pathLst>
                  <a:path extrusionOk="0" h="194" w="376">
                    <a:moveTo>
                      <a:pt x="180" y="24"/>
                    </a:moveTo>
                    <a:cubicBezTo>
                      <a:pt x="212" y="24"/>
                      <a:pt x="246" y="33"/>
                      <a:pt x="268" y="54"/>
                    </a:cubicBezTo>
                    <a:cubicBezTo>
                      <a:pt x="354" y="36"/>
                      <a:pt x="376" y="136"/>
                      <a:pt x="341" y="194"/>
                    </a:cubicBezTo>
                    <a:cubicBezTo>
                      <a:pt x="15" y="194"/>
                      <a:pt x="15" y="194"/>
                      <a:pt x="15" y="194"/>
                    </a:cubicBezTo>
                    <a:cubicBezTo>
                      <a:pt x="4" y="173"/>
                      <a:pt x="0" y="147"/>
                      <a:pt x="2" y="123"/>
                    </a:cubicBezTo>
                    <a:cubicBezTo>
                      <a:pt x="9" y="27"/>
                      <a:pt x="66" y="0"/>
                      <a:pt x="101" y="45"/>
                    </a:cubicBezTo>
                    <a:cubicBezTo>
                      <a:pt x="116" y="32"/>
                      <a:pt x="147" y="24"/>
                      <a:pt x="180" y="24"/>
                    </a:cubicBezTo>
                    <a:close/>
                  </a:path>
                </a:pathLst>
              </a:custGeom>
              <a:solidFill>
                <a:srgbClr val="EE912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700" name="Google Shape;700;p7"/>
              <p:cNvSpPr/>
              <p:nvPr/>
            </p:nvSpPr>
            <p:spPr>
              <a:xfrm>
                <a:off x="1672551" y="-39116"/>
                <a:ext cx="1072457" cy="540718"/>
              </a:xfrm>
              <a:custGeom>
                <a:rect b="b" l="l" r="r" t="t"/>
                <a:pathLst>
                  <a:path extrusionOk="0" h="179" w="368">
                    <a:moveTo>
                      <a:pt x="252" y="56"/>
                    </a:moveTo>
                    <a:cubicBezTo>
                      <a:pt x="267" y="57"/>
                      <a:pt x="273" y="78"/>
                      <a:pt x="278" y="133"/>
                    </a:cubicBezTo>
                    <a:cubicBezTo>
                      <a:pt x="278" y="150"/>
                      <a:pt x="276" y="166"/>
                      <a:pt x="274" y="179"/>
                    </a:cubicBezTo>
                    <a:cubicBezTo>
                      <a:pt x="260" y="179"/>
                      <a:pt x="260" y="179"/>
                      <a:pt x="260" y="179"/>
                    </a:cubicBezTo>
                    <a:cubicBezTo>
                      <a:pt x="261" y="168"/>
                      <a:pt x="263" y="156"/>
                      <a:pt x="263" y="141"/>
                    </a:cubicBezTo>
                    <a:cubicBezTo>
                      <a:pt x="265" y="94"/>
                      <a:pt x="257" y="65"/>
                      <a:pt x="252" y="56"/>
                    </a:cubicBezTo>
                    <a:close/>
                    <a:moveTo>
                      <a:pt x="117" y="43"/>
                    </a:moveTo>
                    <a:cubicBezTo>
                      <a:pt x="117" y="43"/>
                      <a:pt x="103" y="76"/>
                      <a:pt x="97" y="126"/>
                    </a:cubicBezTo>
                    <a:cubicBezTo>
                      <a:pt x="95" y="147"/>
                      <a:pt x="97" y="165"/>
                      <a:pt x="101" y="179"/>
                    </a:cubicBezTo>
                    <a:cubicBezTo>
                      <a:pt x="87" y="179"/>
                      <a:pt x="87" y="179"/>
                      <a:pt x="87" y="179"/>
                    </a:cubicBezTo>
                    <a:cubicBezTo>
                      <a:pt x="83" y="162"/>
                      <a:pt x="81" y="140"/>
                      <a:pt x="85" y="120"/>
                    </a:cubicBezTo>
                    <a:cubicBezTo>
                      <a:pt x="100" y="51"/>
                      <a:pt x="117" y="43"/>
                      <a:pt x="117" y="43"/>
                    </a:cubicBezTo>
                    <a:close/>
                    <a:moveTo>
                      <a:pt x="308" y="24"/>
                    </a:moveTo>
                    <a:cubicBezTo>
                      <a:pt x="334" y="23"/>
                      <a:pt x="353" y="49"/>
                      <a:pt x="360" y="80"/>
                    </a:cubicBezTo>
                    <a:cubicBezTo>
                      <a:pt x="368" y="119"/>
                      <a:pt x="363" y="161"/>
                      <a:pt x="352" y="179"/>
                    </a:cubicBezTo>
                    <a:cubicBezTo>
                      <a:pt x="334" y="179"/>
                      <a:pt x="334" y="179"/>
                      <a:pt x="334" y="179"/>
                    </a:cubicBezTo>
                    <a:cubicBezTo>
                      <a:pt x="345" y="160"/>
                      <a:pt x="345" y="160"/>
                      <a:pt x="345" y="160"/>
                    </a:cubicBezTo>
                    <a:cubicBezTo>
                      <a:pt x="366" y="98"/>
                      <a:pt x="338" y="50"/>
                      <a:pt x="326" y="43"/>
                    </a:cubicBezTo>
                    <a:cubicBezTo>
                      <a:pt x="314" y="36"/>
                      <a:pt x="266" y="34"/>
                      <a:pt x="266" y="34"/>
                    </a:cubicBezTo>
                    <a:cubicBezTo>
                      <a:pt x="251" y="29"/>
                      <a:pt x="251" y="29"/>
                      <a:pt x="251" y="29"/>
                    </a:cubicBezTo>
                    <a:cubicBezTo>
                      <a:pt x="251" y="29"/>
                      <a:pt x="282" y="24"/>
                      <a:pt x="308" y="24"/>
                    </a:cubicBezTo>
                    <a:close/>
                    <a:moveTo>
                      <a:pt x="77" y="6"/>
                    </a:moveTo>
                    <a:cubicBezTo>
                      <a:pt x="90" y="7"/>
                      <a:pt x="104" y="13"/>
                      <a:pt x="120" y="22"/>
                    </a:cubicBezTo>
                    <a:cubicBezTo>
                      <a:pt x="120" y="22"/>
                      <a:pt x="69" y="12"/>
                      <a:pt x="55" y="19"/>
                    </a:cubicBezTo>
                    <a:cubicBezTo>
                      <a:pt x="34" y="41"/>
                      <a:pt x="5" y="88"/>
                      <a:pt x="18" y="147"/>
                    </a:cubicBezTo>
                    <a:cubicBezTo>
                      <a:pt x="21" y="161"/>
                      <a:pt x="26" y="171"/>
                      <a:pt x="31" y="179"/>
                    </a:cubicBezTo>
                    <a:cubicBezTo>
                      <a:pt x="15" y="179"/>
                      <a:pt x="15" y="179"/>
                      <a:pt x="15" y="179"/>
                    </a:cubicBezTo>
                    <a:cubicBezTo>
                      <a:pt x="1" y="153"/>
                      <a:pt x="0" y="118"/>
                      <a:pt x="6" y="84"/>
                    </a:cubicBezTo>
                    <a:cubicBezTo>
                      <a:pt x="17" y="28"/>
                      <a:pt x="39" y="0"/>
                      <a:pt x="77" y="6"/>
                    </a:cubicBezTo>
                    <a:close/>
                  </a:path>
                </a:pathLst>
              </a:custGeom>
              <a:solidFill>
                <a:srgbClr val="A1602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701" name="Google Shape;701;p7"/>
              <p:cNvSpPr/>
              <p:nvPr/>
            </p:nvSpPr>
            <p:spPr>
              <a:xfrm>
                <a:off x="2085984" y="-156358"/>
                <a:ext cx="269040" cy="269040"/>
              </a:xfrm>
              <a:custGeom>
                <a:rect b="b" l="l" r="r" t="t"/>
                <a:pathLst>
                  <a:path extrusionOk="0" h="92" w="92">
                    <a:moveTo>
                      <a:pt x="0" y="68"/>
                    </a:moveTo>
                    <a:cubicBezTo>
                      <a:pt x="0" y="68"/>
                      <a:pt x="21" y="87"/>
                      <a:pt x="50" y="89"/>
                    </a:cubicBezTo>
                    <a:cubicBezTo>
                      <a:pt x="87" y="92"/>
                      <a:pt x="92" y="71"/>
                      <a:pt x="92" y="71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56"/>
                      <a:pt x="83" y="32"/>
                      <a:pt x="64" y="6"/>
                    </a:cubicBezTo>
                    <a:cubicBezTo>
                      <a:pt x="47" y="0"/>
                      <a:pt x="37" y="7"/>
                      <a:pt x="37" y="7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7"/>
                      <a:pt x="1" y="53"/>
                      <a:pt x="0" y="68"/>
                    </a:cubicBezTo>
                    <a:close/>
                  </a:path>
                </a:pathLst>
              </a:custGeom>
              <a:solidFill>
                <a:srgbClr val="888A3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  <p:sp>
            <p:nvSpPr>
              <p:cNvPr id="702" name="Google Shape;702;p7"/>
              <p:cNvSpPr/>
              <p:nvPr/>
            </p:nvSpPr>
            <p:spPr>
              <a:xfrm>
                <a:off x="2089686" y="-141548"/>
                <a:ext cx="287552" cy="262869"/>
              </a:xfrm>
              <a:custGeom>
                <a:rect b="b" l="l" r="r" t="t"/>
                <a:pathLst>
                  <a:path extrusionOk="0" h="90" w="99">
                    <a:moveTo>
                      <a:pt x="0" y="63"/>
                    </a:moveTo>
                    <a:cubicBezTo>
                      <a:pt x="0" y="63"/>
                      <a:pt x="19" y="86"/>
                      <a:pt x="46" y="87"/>
                    </a:cubicBezTo>
                    <a:cubicBezTo>
                      <a:pt x="73" y="89"/>
                      <a:pt x="82" y="90"/>
                      <a:pt x="91" y="71"/>
                    </a:cubicBezTo>
                    <a:cubicBezTo>
                      <a:pt x="99" y="53"/>
                      <a:pt x="71" y="50"/>
                      <a:pt x="71" y="50"/>
                    </a:cubicBezTo>
                    <a:cubicBezTo>
                      <a:pt x="71" y="50"/>
                      <a:pt x="78" y="39"/>
                      <a:pt x="76" y="24"/>
                    </a:cubicBezTo>
                    <a:cubicBezTo>
                      <a:pt x="74" y="9"/>
                      <a:pt x="66" y="1"/>
                      <a:pt x="66" y="1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68" y="13"/>
                      <a:pt x="67" y="27"/>
                    </a:cubicBezTo>
                    <a:cubicBezTo>
                      <a:pt x="66" y="40"/>
                      <a:pt x="60" y="54"/>
                      <a:pt x="60" y="54"/>
                    </a:cubicBezTo>
                    <a:cubicBezTo>
                      <a:pt x="60" y="54"/>
                      <a:pt x="82" y="56"/>
                      <a:pt x="82" y="62"/>
                    </a:cubicBezTo>
                    <a:cubicBezTo>
                      <a:pt x="82" y="74"/>
                      <a:pt x="70" y="81"/>
                      <a:pt x="58" y="81"/>
                    </a:cubicBezTo>
                    <a:cubicBezTo>
                      <a:pt x="47" y="81"/>
                      <a:pt x="0" y="63"/>
                      <a:pt x="0" y="63"/>
                    </a:cubicBezTo>
                    <a:close/>
                  </a:path>
                </a:pathLst>
              </a:custGeom>
              <a:solidFill>
                <a:srgbClr val="696A2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ingliu"/>
                  <a:ea typeface="Mingliu"/>
                  <a:cs typeface="Mingliu"/>
                  <a:sym typeface="Mingliu"/>
                </a:endParaRPr>
              </a:p>
            </p:txBody>
          </p:sp>
        </p:grpSp>
      </p:grpSp>
      <p:grpSp>
        <p:nvGrpSpPr>
          <p:cNvPr id="703" name="Google Shape;703;p7"/>
          <p:cNvGrpSpPr/>
          <p:nvPr/>
        </p:nvGrpSpPr>
        <p:grpSpPr>
          <a:xfrm rot="-1651836">
            <a:off x="369246" y="506291"/>
            <a:ext cx="892898" cy="1021771"/>
            <a:chOff x="4634" y="754"/>
            <a:chExt cx="1164" cy="1332"/>
          </a:xfrm>
        </p:grpSpPr>
        <p:sp>
          <p:nvSpPr>
            <p:cNvPr id="704" name="Google Shape;704;p7"/>
            <p:cNvSpPr/>
            <p:nvPr/>
          </p:nvSpPr>
          <p:spPr>
            <a:xfrm>
              <a:off x="4634" y="754"/>
              <a:ext cx="1164" cy="1235"/>
            </a:xfrm>
            <a:custGeom>
              <a:rect b="b" l="l" r="r" t="t"/>
              <a:pathLst>
                <a:path extrusionOk="0" h="523" w="49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4733" y="829"/>
              <a:ext cx="987" cy="1002"/>
            </a:xfrm>
            <a:custGeom>
              <a:rect b="b" l="l" r="r" t="t"/>
              <a:pathLst>
                <a:path extrusionOk="0" h="424" w="418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5118" y="1094"/>
              <a:ext cx="163" cy="696"/>
            </a:xfrm>
            <a:custGeom>
              <a:rect b="b" l="l" r="r" t="t"/>
              <a:pathLst>
                <a:path extrusionOk="0" h="295" w="69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4858" y="1299"/>
              <a:ext cx="317" cy="338"/>
            </a:xfrm>
            <a:custGeom>
              <a:rect b="b" l="l" r="r" t="t"/>
              <a:pathLst>
                <a:path extrusionOk="0" h="143" w="134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4912" y="1710"/>
              <a:ext cx="277" cy="95"/>
            </a:xfrm>
            <a:custGeom>
              <a:rect b="b" l="l" r="r" t="t"/>
              <a:pathLst>
                <a:path extrusionOk="0" h="40" w="117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5257" y="1401"/>
              <a:ext cx="387" cy="260"/>
            </a:xfrm>
            <a:custGeom>
              <a:rect b="b" l="l" r="r" t="t"/>
              <a:pathLst>
                <a:path extrusionOk="0" h="110" w="164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5238" y="1701"/>
              <a:ext cx="373" cy="118"/>
            </a:xfrm>
            <a:custGeom>
              <a:rect b="b" l="l" r="r" t="t"/>
              <a:pathLst>
                <a:path extrusionOk="0" h="50" w="158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5042" y="1847"/>
              <a:ext cx="187" cy="239"/>
            </a:xfrm>
            <a:custGeom>
              <a:rect b="b" l="l" r="r" t="t"/>
              <a:pathLst>
                <a:path extrusionOk="0" h="101" w="79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712" name="Google Shape;712;p7"/>
          <p:cNvGrpSpPr/>
          <p:nvPr/>
        </p:nvGrpSpPr>
        <p:grpSpPr>
          <a:xfrm rot="5825446">
            <a:off x="11635759" y="394369"/>
            <a:ext cx="408172" cy="467084"/>
            <a:chOff x="4634" y="754"/>
            <a:chExt cx="1164" cy="1332"/>
          </a:xfrm>
        </p:grpSpPr>
        <p:sp>
          <p:nvSpPr>
            <p:cNvPr id="713" name="Google Shape;713;p7"/>
            <p:cNvSpPr/>
            <p:nvPr/>
          </p:nvSpPr>
          <p:spPr>
            <a:xfrm>
              <a:off x="4634" y="754"/>
              <a:ext cx="1164" cy="1235"/>
            </a:xfrm>
            <a:custGeom>
              <a:rect b="b" l="l" r="r" t="t"/>
              <a:pathLst>
                <a:path extrusionOk="0" h="523" w="49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33" y="829"/>
              <a:ext cx="987" cy="1002"/>
            </a:xfrm>
            <a:custGeom>
              <a:rect b="b" l="l" r="r" t="t"/>
              <a:pathLst>
                <a:path extrusionOk="0" h="424" w="418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5118" y="1094"/>
              <a:ext cx="163" cy="696"/>
            </a:xfrm>
            <a:custGeom>
              <a:rect b="b" l="l" r="r" t="t"/>
              <a:pathLst>
                <a:path extrusionOk="0" h="295" w="69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4858" y="1299"/>
              <a:ext cx="317" cy="338"/>
            </a:xfrm>
            <a:custGeom>
              <a:rect b="b" l="l" r="r" t="t"/>
              <a:pathLst>
                <a:path extrusionOk="0" h="143" w="134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4912" y="1710"/>
              <a:ext cx="277" cy="95"/>
            </a:xfrm>
            <a:custGeom>
              <a:rect b="b" l="l" r="r" t="t"/>
              <a:pathLst>
                <a:path extrusionOk="0" h="40" w="117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5257" y="1401"/>
              <a:ext cx="387" cy="260"/>
            </a:xfrm>
            <a:custGeom>
              <a:rect b="b" l="l" r="r" t="t"/>
              <a:pathLst>
                <a:path extrusionOk="0" h="110" w="164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5238" y="1701"/>
              <a:ext cx="373" cy="118"/>
            </a:xfrm>
            <a:custGeom>
              <a:rect b="b" l="l" r="r" t="t"/>
              <a:pathLst>
                <a:path extrusionOk="0" h="50" w="158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5042" y="1847"/>
              <a:ext cx="187" cy="239"/>
            </a:xfrm>
            <a:custGeom>
              <a:rect b="b" l="l" r="r" t="t"/>
              <a:pathLst>
                <a:path extrusionOk="0" h="101" w="79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721" name="Google Shape;721;p7"/>
          <p:cNvGrpSpPr/>
          <p:nvPr/>
        </p:nvGrpSpPr>
        <p:grpSpPr>
          <a:xfrm>
            <a:off x="23436" y="3048994"/>
            <a:ext cx="388175" cy="364678"/>
            <a:chOff x="3636" y="1964"/>
            <a:chExt cx="413" cy="388"/>
          </a:xfrm>
        </p:grpSpPr>
        <p:sp>
          <p:nvSpPr>
            <p:cNvPr id="722" name="Google Shape;722;p7"/>
            <p:cNvSpPr/>
            <p:nvPr/>
          </p:nvSpPr>
          <p:spPr>
            <a:xfrm>
              <a:off x="3971" y="1976"/>
              <a:ext cx="78" cy="109"/>
            </a:xfrm>
            <a:custGeom>
              <a:rect b="b" l="l" r="r" t="t"/>
              <a:pathLst>
                <a:path extrusionOk="0" h="46" w="33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3636" y="1964"/>
              <a:ext cx="413" cy="388"/>
            </a:xfrm>
            <a:custGeom>
              <a:rect b="b" l="l" r="r" t="t"/>
              <a:pathLst>
                <a:path extrusionOk="0" h="164" w="175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676" y="1964"/>
              <a:ext cx="364" cy="367"/>
            </a:xfrm>
            <a:custGeom>
              <a:rect b="b" l="l" r="r" t="t"/>
              <a:pathLst>
                <a:path extrusionOk="0" h="155" w="154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3771" y="2080"/>
              <a:ext cx="207" cy="116"/>
            </a:xfrm>
            <a:custGeom>
              <a:rect b="b" l="l" r="r" t="t"/>
              <a:pathLst>
                <a:path extrusionOk="0" h="49" w="88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3905" y="2128"/>
              <a:ext cx="59" cy="151"/>
            </a:xfrm>
            <a:custGeom>
              <a:rect b="b" l="l" r="r" t="t"/>
              <a:pathLst>
                <a:path extrusionOk="0" h="64" w="25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3983" y="2106"/>
              <a:ext cx="38" cy="90"/>
            </a:xfrm>
            <a:custGeom>
              <a:rect b="b" l="l" r="r" t="t"/>
              <a:pathLst>
                <a:path extrusionOk="0" h="38" w="16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3910" y="2005"/>
              <a:ext cx="54" cy="78"/>
            </a:xfrm>
            <a:custGeom>
              <a:rect b="b" l="l" r="r" t="t"/>
              <a:pathLst>
                <a:path extrusionOk="0" h="33" w="2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3794" y="2033"/>
              <a:ext cx="140" cy="69"/>
            </a:xfrm>
            <a:custGeom>
              <a:rect b="b" l="l" r="r" t="t"/>
              <a:pathLst>
                <a:path extrusionOk="0" h="29" w="5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730" name="Google Shape;730;p7"/>
          <p:cNvSpPr txBox="1"/>
          <p:nvPr>
            <p:ph type="title"/>
          </p:nvPr>
        </p:nvSpPr>
        <p:spPr>
          <a:xfrm>
            <a:off x="2034904" y="828876"/>
            <a:ext cx="6058552" cy="35075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7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7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7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"/>
          <p:cNvSpPr txBox="1"/>
          <p:nvPr>
            <p:ph type="title"/>
          </p:nvPr>
        </p:nvSpPr>
        <p:spPr>
          <a:xfrm>
            <a:off x="1523999" y="1485900"/>
            <a:ext cx="9144001" cy="29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0"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8"/>
          <p:cNvSpPr txBox="1"/>
          <p:nvPr>
            <p:ph idx="1" type="body"/>
          </p:nvPr>
        </p:nvSpPr>
        <p:spPr>
          <a:xfrm>
            <a:off x="1522413" y="4454034"/>
            <a:ext cx="9144000" cy="1184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7" name="Google Shape;737;p8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8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8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9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3" name="Google Shape;743;p9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"/>
          <p:cNvSpPr txBox="1"/>
          <p:nvPr>
            <p:ph type="title"/>
          </p:nvPr>
        </p:nvSpPr>
        <p:spPr>
          <a:xfrm>
            <a:off x="1097280" y="1188720"/>
            <a:ext cx="3108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0"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10"/>
          <p:cNvSpPr txBox="1"/>
          <p:nvPr>
            <p:ph idx="1" type="body"/>
          </p:nvPr>
        </p:nvSpPr>
        <p:spPr>
          <a:xfrm>
            <a:off x="1097280" y="34747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9pPr>
          </a:lstStyle>
          <a:p/>
        </p:txBody>
      </p:sp>
      <p:sp>
        <p:nvSpPr>
          <p:cNvPr descr="要新增影像的空白預留位置。按一下預留位置，然後選取您想要新增的影像。" id="747" name="Google Shape;747;p10"/>
          <p:cNvSpPr/>
          <p:nvPr>
            <p:ph idx="2" type="pic"/>
          </p:nvPr>
        </p:nvSpPr>
        <p:spPr>
          <a:xfrm>
            <a:off x="4480560" y="457200"/>
            <a:ext cx="6675120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8" name="Google Shape;748;p10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9" name="Google Shape;749;p10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10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1"/>
          <p:cNvSpPr txBox="1"/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11"/>
          <p:cNvSpPr txBox="1"/>
          <p:nvPr>
            <p:ph idx="1" type="body"/>
          </p:nvPr>
        </p:nvSpPr>
        <p:spPr>
          <a:xfrm rot="5400000">
            <a:off x="4019549" y="-1005077"/>
            <a:ext cx="4152901" cy="9134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9pPr>
          </a:lstStyle>
          <a:p/>
        </p:txBody>
      </p:sp>
      <p:sp>
        <p:nvSpPr>
          <p:cNvPr id="754" name="Google Shape;754;p11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5" name="Google Shape;755;p11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11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"/>
          <p:cNvSpPr txBox="1"/>
          <p:nvPr>
            <p:ph type="title"/>
          </p:nvPr>
        </p:nvSpPr>
        <p:spPr>
          <a:xfrm rot="5400000">
            <a:off x="7249583" y="2067982"/>
            <a:ext cx="557953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2"/>
          <p:cNvSpPr txBox="1"/>
          <p:nvPr>
            <p:ph idx="1" type="body"/>
          </p:nvPr>
        </p:nvSpPr>
        <p:spPr>
          <a:xfrm rot="5400000">
            <a:off x="1915584" y="-484718"/>
            <a:ext cx="557953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9pPr>
          </a:lstStyle>
          <a:p/>
        </p:txBody>
      </p:sp>
      <p:sp>
        <p:nvSpPr>
          <p:cNvPr id="760" name="Google Shape;760;p12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p12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2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9EE0F8"/>
            </a:gs>
            <a:gs pos="17000">
              <a:srgbClr val="BFEBFA"/>
            </a:gs>
            <a:gs pos="51000">
              <a:srgbClr val="DFF5FD"/>
            </a:gs>
            <a:gs pos="9200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761412" y="5521528"/>
            <a:ext cx="3428760" cy="1336472"/>
          </a:xfrm>
          <a:custGeom>
            <a:rect b="b" l="l" r="r" t="t"/>
            <a:pathLst>
              <a:path extrusionOk="0" h="2763306" w="5150129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5652178"/>
            <a:ext cx="11415151" cy="1205823"/>
          </a:xfrm>
          <a:custGeom>
            <a:rect b="b" l="l" r="r" t="t"/>
            <a:pathLst>
              <a:path extrusionOk="0" h="2245075" w="12079179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-13749" y="5865035"/>
            <a:ext cx="11415151" cy="1004325"/>
          </a:xfrm>
          <a:custGeom>
            <a:rect b="b" l="l" r="r" t="t"/>
            <a:pathLst>
              <a:path extrusionOk="0" h="2313737" w="12079179">
                <a:moveTo>
                  <a:pt x="0" y="572389"/>
                </a:moveTo>
                <a:cubicBezTo>
                  <a:pt x="3714822" y="-953059"/>
                  <a:pt x="10210727" y="897587"/>
                  <a:pt x="12079179" y="2313737"/>
                </a:cubicBezTo>
                <a:lnTo>
                  <a:pt x="0" y="2313737"/>
                </a:lnTo>
                <a:lnTo>
                  <a:pt x="0" y="572389"/>
                </a:ln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grpSp>
        <p:nvGrpSpPr>
          <p:cNvPr id="13" name="Google Shape;13;p1"/>
          <p:cNvGrpSpPr/>
          <p:nvPr/>
        </p:nvGrpSpPr>
        <p:grpSpPr>
          <a:xfrm>
            <a:off x="11647687" y="947576"/>
            <a:ext cx="426645" cy="400819"/>
            <a:chOff x="3636" y="1964"/>
            <a:chExt cx="413" cy="388"/>
          </a:xfrm>
        </p:grpSpPr>
        <p:sp>
          <p:nvSpPr>
            <p:cNvPr id="14" name="Google Shape;14;p1"/>
            <p:cNvSpPr/>
            <p:nvPr/>
          </p:nvSpPr>
          <p:spPr>
            <a:xfrm>
              <a:off x="3971" y="1976"/>
              <a:ext cx="78" cy="109"/>
            </a:xfrm>
            <a:custGeom>
              <a:rect b="b" l="l" r="r" t="t"/>
              <a:pathLst>
                <a:path extrusionOk="0" h="46" w="33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636" y="1964"/>
              <a:ext cx="413" cy="388"/>
            </a:xfrm>
            <a:custGeom>
              <a:rect b="b" l="l" r="r" t="t"/>
              <a:pathLst>
                <a:path extrusionOk="0" h="164" w="175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676" y="1964"/>
              <a:ext cx="364" cy="367"/>
            </a:xfrm>
            <a:custGeom>
              <a:rect b="b" l="l" r="r" t="t"/>
              <a:pathLst>
                <a:path extrusionOk="0" h="155" w="154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771" y="2080"/>
              <a:ext cx="207" cy="116"/>
            </a:xfrm>
            <a:custGeom>
              <a:rect b="b" l="l" r="r" t="t"/>
              <a:pathLst>
                <a:path extrusionOk="0" h="49" w="88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905" y="2128"/>
              <a:ext cx="59" cy="151"/>
            </a:xfrm>
            <a:custGeom>
              <a:rect b="b" l="l" r="r" t="t"/>
              <a:pathLst>
                <a:path extrusionOk="0" h="64" w="25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983" y="2106"/>
              <a:ext cx="38" cy="90"/>
            </a:xfrm>
            <a:custGeom>
              <a:rect b="b" l="l" r="r" t="t"/>
              <a:pathLst>
                <a:path extrusionOk="0" h="38" w="16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910" y="2005"/>
              <a:ext cx="54" cy="78"/>
            </a:xfrm>
            <a:custGeom>
              <a:rect b="b" l="l" r="r" t="t"/>
              <a:pathLst>
                <a:path extrusionOk="0" h="33" w="2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94" y="2033"/>
              <a:ext cx="140" cy="69"/>
            </a:xfrm>
            <a:custGeom>
              <a:rect b="b" l="l" r="r" t="t"/>
              <a:pathLst>
                <a:path extrusionOk="0" h="29" w="5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22" name="Google Shape;22;p1"/>
          <p:cNvGrpSpPr/>
          <p:nvPr/>
        </p:nvGrpSpPr>
        <p:grpSpPr>
          <a:xfrm>
            <a:off x="11308927" y="6212029"/>
            <a:ext cx="875471" cy="645972"/>
            <a:chOff x="7344986" y="5566058"/>
            <a:chExt cx="1750940" cy="1291943"/>
          </a:xfrm>
        </p:grpSpPr>
        <p:sp>
          <p:nvSpPr>
            <p:cNvPr id="23" name="Google Shape;23;p1"/>
            <p:cNvSpPr/>
            <p:nvPr/>
          </p:nvSpPr>
          <p:spPr>
            <a:xfrm>
              <a:off x="7344986" y="5566058"/>
              <a:ext cx="1750940" cy="1291943"/>
            </a:xfrm>
            <a:custGeom>
              <a:rect b="b" l="l" r="r" t="t"/>
              <a:pathLst>
                <a:path extrusionOk="0" h="405" w="549">
                  <a:moveTo>
                    <a:pt x="549" y="95"/>
                  </a:moveTo>
                  <a:cubicBezTo>
                    <a:pt x="512" y="64"/>
                    <a:pt x="466" y="54"/>
                    <a:pt x="466" y="54"/>
                  </a:cubicBezTo>
                  <a:cubicBezTo>
                    <a:pt x="466" y="54"/>
                    <a:pt x="485" y="101"/>
                    <a:pt x="488" y="132"/>
                  </a:cubicBezTo>
                  <a:cubicBezTo>
                    <a:pt x="395" y="0"/>
                    <a:pt x="259" y="41"/>
                    <a:pt x="259" y="41"/>
                  </a:cubicBezTo>
                  <a:cubicBezTo>
                    <a:pt x="259" y="41"/>
                    <a:pt x="259" y="41"/>
                    <a:pt x="358" y="241"/>
                  </a:cubicBezTo>
                  <a:cubicBezTo>
                    <a:pt x="358" y="241"/>
                    <a:pt x="358" y="241"/>
                    <a:pt x="0" y="229"/>
                  </a:cubicBezTo>
                  <a:cubicBezTo>
                    <a:pt x="0" y="229"/>
                    <a:pt x="28" y="268"/>
                    <a:pt x="96" y="324"/>
                  </a:cubicBezTo>
                  <a:cubicBezTo>
                    <a:pt x="138" y="358"/>
                    <a:pt x="199" y="388"/>
                    <a:pt x="248" y="405"/>
                  </a:cubicBezTo>
                  <a:cubicBezTo>
                    <a:pt x="549" y="405"/>
                    <a:pt x="549" y="405"/>
                    <a:pt x="549" y="405"/>
                  </a:cubicBezTo>
                  <a:cubicBezTo>
                    <a:pt x="549" y="95"/>
                    <a:pt x="549" y="95"/>
                    <a:pt x="549" y="95"/>
                  </a:cubicBezTo>
                  <a:cubicBezTo>
                    <a:pt x="549" y="95"/>
                    <a:pt x="549" y="95"/>
                    <a:pt x="549" y="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7529935" y="5745606"/>
              <a:ext cx="1565991" cy="1112394"/>
            </a:xfrm>
            <a:custGeom>
              <a:rect b="b" l="l" r="r" t="t"/>
              <a:pathLst>
                <a:path extrusionOk="0" h="349" w="491">
                  <a:moveTo>
                    <a:pt x="491" y="64"/>
                  </a:moveTo>
                  <a:cubicBezTo>
                    <a:pt x="480" y="49"/>
                    <a:pt x="466" y="39"/>
                    <a:pt x="449" y="37"/>
                  </a:cubicBezTo>
                  <a:cubicBezTo>
                    <a:pt x="475" y="84"/>
                    <a:pt x="455" y="142"/>
                    <a:pt x="455" y="142"/>
                  </a:cubicBezTo>
                  <a:cubicBezTo>
                    <a:pt x="455" y="142"/>
                    <a:pt x="341" y="0"/>
                    <a:pt x="242" y="3"/>
                  </a:cubicBezTo>
                  <a:cubicBezTo>
                    <a:pt x="285" y="66"/>
                    <a:pt x="341" y="205"/>
                    <a:pt x="341" y="205"/>
                  </a:cubicBezTo>
                  <a:cubicBezTo>
                    <a:pt x="341" y="205"/>
                    <a:pt x="125" y="214"/>
                    <a:pt x="0" y="196"/>
                  </a:cubicBezTo>
                  <a:cubicBezTo>
                    <a:pt x="65" y="275"/>
                    <a:pt x="219" y="330"/>
                    <a:pt x="310" y="340"/>
                  </a:cubicBezTo>
                  <a:cubicBezTo>
                    <a:pt x="310" y="343"/>
                    <a:pt x="309" y="346"/>
                    <a:pt x="308" y="349"/>
                  </a:cubicBezTo>
                  <a:cubicBezTo>
                    <a:pt x="491" y="349"/>
                    <a:pt x="491" y="349"/>
                    <a:pt x="491" y="349"/>
                  </a:cubicBezTo>
                  <a:cubicBezTo>
                    <a:pt x="491" y="64"/>
                    <a:pt x="491" y="64"/>
                    <a:pt x="491" y="64"/>
                  </a:cubicBezTo>
                  <a:cubicBezTo>
                    <a:pt x="491" y="64"/>
                    <a:pt x="491" y="64"/>
                    <a:pt x="491" y="64"/>
                  </a:cubicBezTo>
                  <a:close/>
                </a:path>
              </a:pathLst>
            </a:custGeom>
            <a:solidFill>
              <a:srgbClr val="FABD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988933" y="6516452"/>
              <a:ext cx="1106993" cy="217349"/>
            </a:xfrm>
            <a:custGeom>
              <a:rect b="b" l="l" r="r" t="t"/>
              <a:pathLst>
                <a:path extrusionOk="0" h="68" w="347">
                  <a:moveTo>
                    <a:pt x="0" y="0"/>
                  </a:moveTo>
                  <a:cubicBezTo>
                    <a:pt x="30" y="18"/>
                    <a:pt x="238" y="68"/>
                    <a:pt x="347" y="22"/>
                  </a:cubicBezTo>
                  <a:cubicBezTo>
                    <a:pt x="347" y="15"/>
                    <a:pt x="347" y="15"/>
                    <a:pt x="347" y="15"/>
                  </a:cubicBezTo>
                  <a:cubicBezTo>
                    <a:pt x="298" y="28"/>
                    <a:pt x="182" y="46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8805678" y="6670351"/>
              <a:ext cx="121499" cy="187649"/>
            </a:xfrm>
            <a:custGeom>
              <a:rect b="b" l="l" r="r" t="t"/>
              <a:pathLst>
                <a:path extrusionOk="0" h="59" w="38">
                  <a:moveTo>
                    <a:pt x="38" y="0"/>
                  </a:moveTo>
                  <a:cubicBezTo>
                    <a:pt x="38" y="0"/>
                    <a:pt x="29" y="23"/>
                    <a:pt x="0" y="59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25" y="39"/>
                    <a:pt x="35" y="19"/>
                    <a:pt x="38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9067576" y="6034505"/>
              <a:ext cx="28350" cy="93149"/>
            </a:xfrm>
            <a:custGeom>
              <a:rect b="b" l="l" r="r" t="t"/>
              <a:pathLst>
                <a:path extrusionOk="0" h="29" w="9">
                  <a:moveTo>
                    <a:pt x="0" y="0"/>
                  </a:moveTo>
                  <a:cubicBezTo>
                    <a:pt x="4" y="10"/>
                    <a:pt x="7" y="21"/>
                    <a:pt x="9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6" y="10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8489780" y="5872506"/>
              <a:ext cx="458997" cy="657446"/>
            </a:xfrm>
            <a:custGeom>
              <a:rect b="b" l="l" r="r" t="t"/>
              <a:pathLst>
                <a:path extrusionOk="0" h="206" w="144">
                  <a:moveTo>
                    <a:pt x="142" y="206"/>
                  </a:moveTo>
                  <a:cubicBezTo>
                    <a:pt x="142" y="206"/>
                    <a:pt x="127" y="116"/>
                    <a:pt x="0" y="0"/>
                  </a:cubicBezTo>
                  <a:cubicBezTo>
                    <a:pt x="24" y="11"/>
                    <a:pt x="144" y="126"/>
                    <a:pt x="142" y="206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29" name="Google Shape;29;p1"/>
          <p:cNvGrpSpPr/>
          <p:nvPr/>
        </p:nvGrpSpPr>
        <p:grpSpPr>
          <a:xfrm>
            <a:off x="2441" y="2873890"/>
            <a:ext cx="597228" cy="789302"/>
            <a:chOff x="2121" y="1060"/>
            <a:chExt cx="597" cy="789"/>
          </a:xfrm>
        </p:grpSpPr>
        <p:sp>
          <p:nvSpPr>
            <p:cNvPr id="30" name="Google Shape;30;p1"/>
            <p:cNvSpPr/>
            <p:nvPr/>
          </p:nvSpPr>
          <p:spPr>
            <a:xfrm>
              <a:off x="2121" y="1060"/>
              <a:ext cx="597" cy="789"/>
            </a:xfrm>
            <a:custGeom>
              <a:rect b="b" l="l" r="r" t="t"/>
              <a:pathLst>
                <a:path extrusionOk="0" h="334" w="253">
                  <a:moveTo>
                    <a:pt x="147" y="295"/>
                  </a:moveTo>
                  <a:cubicBezTo>
                    <a:pt x="147" y="295"/>
                    <a:pt x="119" y="287"/>
                    <a:pt x="111" y="271"/>
                  </a:cubicBezTo>
                  <a:cubicBezTo>
                    <a:pt x="157" y="284"/>
                    <a:pt x="238" y="234"/>
                    <a:pt x="238" y="234"/>
                  </a:cubicBezTo>
                  <a:cubicBezTo>
                    <a:pt x="238" y="234"/>
                    <a:pt x="238" y="234"/>
                    <a:pt x="124" y="191"/>
                  </a:cubicBezTo>
                  <a:cubicBezTo>
                    <a:pt x="124" y="191"/>
                    <a:pt x="220" y="107"/>
                    <a:pt x="253" y="77"/>
                  </a:cubicBezTo>
                  <a:cubicBezTo>
                    <a:pt x="138" y="51"/>
                    <a:pt x="76" y="110"/>
                    <a:pt x="76" y="110"/>
                  </a:cubicBezTo>
                  <a:cubicBezTo>
                    <a:pt x="76" y="110"/>
                    <a:pt x="69" y="37"/>
                    <a:pt x="80" y="0"/>
                  </a:cubicBezTo>
                  <a:cubicBezTo>
                    <a:pt x="38" y="14"/>
                    <a:pt x="14" y="51"/>
                    <a:pt x="0" y="83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60" y="334"/>
                    <a:pt x="147" y="295"/>
                    <a:pt x="147" y="2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121" y="1114"/>
              <a:ext cx="541" cy="690"/>
            </a:xfrm>
            <a:custGeom>
              <a:rect b="b" l="l" r="r" t="t"/>
              <a:pathLst>
                <a:path extrusionOk="0" h="292" w="229">
                  <a:moveTo>
                    <a:pt x="13" y="223"/>
                  </a:moveTo>
                  <a:cubicBezTo>
                    <a:pt x="13" y="223"/>
                    <a:pt x="82" y="292"/>
                    <a:pt x="115" y="270"/>
                  </a:cubicBezTo>
                  <a:cubicBezTo>
                    <a:pt x="89" y="260"/>
                    <a:pt x="77" y="232"/>
                    <a:pt x="77" y="232"/>
                  </a:cubicBezTo>
                  <a:cubicBezTo>
                    <a:pt x="77" y="232"/>
                    <a:pt x="168" y="247"/>
                    <a:pt x="205" y="212"/>
                  </a:cubicBezTo>
                  <a:cubicBezTo>
                    <a:pt x="167" y="203"/>
                    <a:pt x="99" y="169"/>
                    <a:pt x="99" y="169"/>
                  </a:cubicBezTo>
                  <a:cubicBezTo>
                    <a:pt x="99" y="169"/>
                    <a:pt x="176" y="94"/>
                    <a:pt x="229" y="60"/>
                  </a:cubicBezTo>
                  <a:cubicBezTo>
                    <a:pt x="179" y="50"/>
                    <a:pt x="102" y="83"/>
                    <a:pt x="64" y="109"/>
                  </a:cubicBezTo>
                  <a:cubicBezTo>
                    <a:pt x="52" y="88"/>
                    <a:pt x="54" y="25"/>
                    <a:pt x="62" y="0"/>
                  </a:cubicBezTo>
                  <a:cubicBezTo>
                    <a:pt x="20" y="26"/>
                    <a:pt x="5" y="78"/>
                    <a:pt x="0" y="116"/>
                  </a:cubicBezTo>
                  <a:cubicBezTo>
                    <a:pt x="0" y="210"/>
                    <a:pt x="0" y="210"/>
                    <a:pt x="0" y="210"/>
                  </a:cubicBezTo>
                  <a:cubicBezTo>
                    <a:pt x="4" y="213"/>
                    <a:pt x="7" y="217"/>
                    <a:pt x="9" y="220"/>
                  </a:cubicBezTo>
                  <a:cubicBezTo>
                    <a:pt x="13" y="223"/>
                    <a:pt x="13" y="223"/>
                    <a:pt x="13" y="223"/>
                  </a:cubicBezTo>
                  <a:cubicBezTo>
                    <a:pt x="13" y="223"/>
                    <a:pt x="13" y="223"/>
                    <a:pt x="13" y="223"/>
                  </a:cubicBezTo>
                  <a:close/>
                </a:path>
              </a:pathLst>
            </a:custGeom>
            <a:solidFill>
              <a:srgbClr val="DD722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164" y="1325"/>
              <a:ext cx="337" cy="293"/>
            </a:xfrm>
            <a:custGeom>
              <a:rect b="b" l="l" r="r" t="t"/>
              <a:pathLst>
                <a:path extrusionOk="0" h="124" w="143">
                  <a:moveTo>
                    <a:pt x="0" y="124"/>
                  </a:moveTo>
                  <a:cubicBezTo>
                    <a:pt x="0" y="124"/>
                    <a:pt x="27" y="60"/>
                    <a:pt x="143" y="0"/>
                  </a:cubicBezTo>
                  <a:cubicBezTo>
                    <a:pt x="123" y="5"/>
                    <a:pt x="12" y="65"/>
                    <a:pt x="0" y="124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149" y="1226"/>
              <a:ext cx="74" cy="290"/>
            </a:xfrm>
            <a:custGeom>
              <a:rect b="b" l="l" r="r" t="t"/>
              <a:pathLst>
                <a:path extrusionOk="0" h="123" w="31">
                  <a:moveTo>
                    <a:pt x="22" y="123"/>
                  </a:moveTo>
                  <a:cubicBezTo>
                    <a:pt x="22" y="123"/>
                    <a:pt x="5" y="82"/>
                    <a:pt x="31" y="0"/>
                  </a:cubicBezTo>
                  <a:cubicBezTo>
                    <a:pt x="22" y="10"/>
                    <a:pt x="0" y="92"/>
                    <a:pt x="22" y="123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121" y="1554"/>
              <a:ext cx="31" cy="28"/>
            </a:xfrm>
            <a:custGeom>
              <a:rect b="b" l="l" r="r" t="t"/>
              <a:pathLst>
                <a:path extrusionOk="0" h="12" w="13">
                  <a:moveTo>
                    <a:pt x="13" y="12"/>
                  </a:moveTo>
                  <a:cubicBezTo>
                    <a:pt x="13" y="12"/>
                    <a:pt x="8" y="8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8" y="9"/>
                    <a:pt x="13" y="12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234" y="1559"/>
              <a:ext cx="286" cy="82"/>
            </a:xfrm>
            <a:custGeom>
              <a:rect b="b" l="l" r="r" t="t"/>
              <a:pathLst>
                <a:path extrusionOk="0" h="35" w="121">
                  <a:moveTo>
                    <a:pt x="121" y="30"/>
                  </a:moveTo>
                  <a:cubicBezTo>
                    <a:pt x="35" y="30"/>
                    <a:pt x="0" y="0"/>
                    <a:pt x="0" y="0"/>
                  </a:cubicBezTo>
                  <a:cubicBezTo>
                    <a:pt x="25" y="32"/>
                    <a:pt x="109" y="35"/>
                    <a:pt x="121" y="3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173" y="1603"/>
              <a:ext cx="191" cy="147"/>
            </a:xfrm>
            <a:custGeom>
              <a:rect b="b" l="l" r="r" t="t"/>
              <a:pathLst>
                <a:path extrusionOk="0" h="62" w="81">
                  <a:moveTo>
                    <a:pt x="0" y="0"/>
                  </a:moveTo>
                  <a:cubicBezTo>
                    <a:pt x="10" y="32"/>
                    <a:pt x="71" y="59"/>
                    <a:pt x="81" y="62"/>
                  </a:cubicBezTo>
                  <a:cubicBezTo>
                    <a:pt x="19" y="3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37" name="Google Shape;37;p1"/>
          <p:cNvGrpSpPr/>
          <p:nvPr/>
        </p:nvGrpSpPr>
        <p:grpSpPr>
          <a:xfrm>
            <a:off x="139505" y="-13010"/>
            <a:ext cx="1382907" cy="804244"/>
            <a:chOff x="1922" y="1129"/>
            <a:chExt cx="987" cy="574"/>
          </a:xfrm>
        </p:grpSpPr>
        <p:sp>
          <p:nvSpPr>
            <p:cNvPr id="38" name="Google Shape;38;p1"/>
            <p:cNvSpPr/>
            <p:nvPr/>
          </p:nvSpPr>
          <p:spPr>
            <a:xfrm>
              <a:off x="1922" y="1129"/>
              <a:ext cx="262" cy="174"/>
            </a:xfrm>
            <a:custGeom>
              <a:rect b="b" l="l" r="r" t="t"/>
              <a:pathLst>
                <a:path extrusionOk="0" h="74" w="111">
                  <a:moveTo>
                    <a:pt x="2" y="62"/>
                  </a:moveTo>
                  <a:cubicBezTo>
                    <a:pt x="0" y="65"/>
                    <a:pt x="8" y="74"/>
                    <a:pt x="8" y="74"/>
                  </a:cubicBezTo>
                  <a:cubicBezTo>
                    <a:pt x="8" y="74"/>
                    <a:pt x="25" y="42"/>
                    <a:pt x="52" y="32"/>
                  </a:cubicBezTo>
                  <a:cubicBezTo>
                    <a:pt x="78" y="22"/>
                    <a:pt x="111" y="40"/>
                    <a:pt x="111" y="4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44" y="0"/>
                    <a:pt x="2" y="62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066" y="1136"/>
              <a:ext cx="843" cy="567"/>
            </a:xfrm>
            <a:custGeom>
              <a:rect b="b" l="l" r="r" t="t"/>
              <a:pathLst>
                <a:path extrusionOk="0" h="240" w="357">
                  <a:moveTo>
                    <a:pt x="5" y="71"/>
                  </a:moveTo>
                  <a:cubicBezTo>
                    <a:pt x="5" y="71"/>
                    <a:pt x="0" y="110"/>
                    <a:pt x="13" y="143"/>
                  </a:cubicBezTo>
                  <a:cubicBezTo>
                    <a:pt x="25" y="175"/>
                    <a:pt x="61" y="194"/>
                    <a:pt x="61" y="194"/>
                  </a:cubicBezTo>
                  <a:cubicBezTo>
                    <a:pt x="61" y="194"/>
                    <a:pt x="57" y="164"/>
                    <a:pt x="62" y="146"/>
                  </a:cubicBezTo>
                  <a:cubicBezTo>
                    <a:pt x="90" y="238"/>
                    <a:pt x="175" y="240"/>
                    <a:pt x="175" y="240"/>
                  </a:cubicBezTo>
                  <a:cubicBezTo>
                    <a:pt x="175" y="240"/>
                    <a:pt x="175" y="240"/>
                    <a:pt x="155" y="109"/>
                  </a:cubicBezTo>
                  <a:cubicBezTo>
                    <a:pt x="155" y="109"/>
                    <a:pt x="155" y="109"/>
                    <a:pt x="357" y="181"/>
                  </a:cubicBezTo>
                  <a:cubicBezTo>
                    <a:pt x="357" y="181"/>
                    <a:pt x="346" y="155"/>
                    <a:pt x="319" y="110"/>
                  </a:cubicBezTo>
                  <a:cubicBezTo>
                    <a:pt x="291" y="64"/>
                    <a:pt x="227" y="18"/>
                    <a:pt x="211" y="13"/>
                  </a:cubicBezTo>
                  <a:cubicBezTo>
                    <a:pt x="215" y="8"/>
                    <a:pt x="222" y="4"/>
                    <a:pt x="22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34"/>
                    <a:pt x="7" y="64"/>
                    <a:pt x="7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066" y="1136"/>
              <a:ext cx="775" cy="524"/>
            </a:xfrm>
            <a:custGeom>
              <a:rect b="b" l="l" r="r" t="t"/>
              <a:pathLst>
                <a:path extrusionOk="0" h="222" w="328">
                  <a:moveTo>
                    <a:pt x="31" y="34"/>
                  </a:moveTo>
                  <a:cubicBezTo>
                    <a:pt x="31" y="34"/>
                    <a:pt x="0" y="145"/>
                    <a:pt x="43" y="165"/>
                  </a:cubicBezTo>
                  <a:cubicBezTo>
                    <a:pt x="37" y="134"/>
                    <a:pt x="59" y="105"/>
                    <a:pt x="59" y="105"/>
                  </a:cubicBezTo>
                  <a:cubicBezTo>
                    <a:pt x="59" y="105"/>
                    <a:pt x="97" y="206"/>
                    <a:pt x="155" y="222"/>
                  </a:cubicBezTo>
                  <a:cubicBezTo>
                    <a:pt x="142" y="179"/>
                    <a:pt x="136" y="90"/>
                    <a:pt x="136" y="90"/>
                  </a:cubicBezTo>
                  <a:cubicBezTo>
                    <a:pt x="136" y="90"/>
                    <a:pt x="260" y="124"/>
                    <a:pt x="328" y="157"/>
                  </a:cubicBezTo>
                  <a:cubicBezTo>
                    <a:pt x="305" y="100"/>
                    <a:pt x="227" y="40"/>
                    <a:pt x="178" y="19"/>
                  </a:cubicBezTo>
                  <a:cubicBezTo>
                    <a:pt x="181" y="13"/>
                    <a:pt x="187" y="6"/>
                    <a:pt x="19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9"/>
                    <a:pt x="35" y="20"/>
                    <a:pt x="31" y="30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1" y="34"/>
                    <a:pt x="31" y="34"/>
                    <a:pt x="31" y="3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170" y="1159"/>
              <a:ext cx="498" cy="225"/>
            </a:xfrm>
            <a:custGeom>
              <a:rect b="b" l="l" r="r" t="t"/>
              <a:pathLst>
                <a:path extrusionOk="0" h="95" w="211">
                  <a:moveTo>
                    <a:pt x="0" y="22"/>
                  </a:moveTo>
                  <a:cubicBezTo>
                    <a:pt x="0" y="22"/>
                    <a:pt x="81" y="14"/>
                    <a:pt x="211" y="95"/>
                  </a:cubicBezTo>
                  <a:cubicBezTo>
                    <a:pt x="195" y="79"/>
                    <a:pt x="68" y="0"/>
                    <a:pt x="0" y="2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293" y="1136"/>
              <a:ext cx="71" cy="56"/>
            </a:xfrm>
            <a:custGeom>
              <a:rect b="b" l="l" r="r" t="t"/>
              <a:pathLst>
                <a:path extrusionOk="0" h="24" w="30">
                  <a:moveTo>
                    <a:pt x="0" y="24"/>
                  </a:moveTo>
                  <a:cubicBezTo>
                    <a:pt x="0" y="24"/>
                    <a:pt x="8" y="14"/>
                    <a:pt x="3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2" y="7"/>
                    <a:pt x="5" y="15"/>
                    <a:pt x="0" y="24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201" y="1136"/>
              <a:ext cx="9" cy="28"/>
            </a:xfrm>
            <a:custGeom>
              <a:rect b="b" l="l" r="r" t="t"/>
              <a:pathLst>
                <a:path extrusionOk="0" h="12" w="4">
                  <a:moveTo>
                    <a:pt x="1" y="12"/>
                  </a:moveTo>
                  <a:cubicBezTo>
                    <a:pt x="1" y="12"/>
                    <a:pt x="1" y="7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142" y="1228"/>
              <a:ext cx="54" cy="210"/>
            </a:xfrm>
            <a:custGeom>
              <a:rect b="b" l="l" r="r" t="t"/>
              <a:pathLst>
                <a:path extrusionOk="0" h="89" w="23">
                  <a:moveTo>
                    <a:pt x="3" y="89"/>
                  </a:moveTo>
                  <a:cubicBezTo>
                    <a:pt x="3" y="26"/>
                    <a:pt x="23" y="0"/>
                    <a:pt x="23" y="0"/>
                  </a:cubicBezTo>
                  <a:cubicBezTo>
                    <a:pt x="1" y="20"/>
                    <a:pt x="0" y="80"/>
                    <a:pt x="3" y="8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229" y="1249"/>
              <a:ext cx="139" cy="340"/>
            </a:xfrm>
            <a:custGeom>
              <a:rect b="b" l="l" r="r" t="t"/>
              <a:pathLst>
                <a:path extrusionOk="0" h="144" w="59">
                  <a:moveTo>
                    <a:pt x="16" y="0"/>
                  </a:moveTo>
                  <a:cubicBezTo>
                    <a:pt x="0" y="45"/>
                    <a:pt x="47" y="133"/>
                    <a:pt x="59" y="144"/>
                  </a:cubicBezTo>
                  <a:cubicBezTo>
                    <a:pt x="8" y="54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46" name="Google Shape;46;p1"/>
          <p:cNvGrpSpPr/>
          <p:nvPr/>
        </p:nvGrpSpPr>
        <p:grpSpPr>
          <a:xfrm>
            <a:off x="0" y="5007562"/>
            <a:ext cx="687853" cy="1147722"/>
            <a:chOff x="1901" y="2020"/>
            <a:chExt cx="1059" cy="1767"/>
          </a:xfrm>
        </p:grpSpPr>
        <p:sp>
          <p:nvSpPr>
            <p:cNvPr id="47" name="Google Shape;47;p1"/>
            <p:cNvSpPr/>
            <p:nvPr/>
          </p:nvSpPr>
          <p:spPr>
            <a:xfrm>
              <a:off x="1901" y="2020"/>
              <a:ext cx="1059" cy="1640"/>
            </a:xfrm>
            <a:custGeom>
              <a:rect b="b" l="l" r="r" t="t"/>
              <a:pathLst>
                <a:path extrusionOk="0" h="694" w="448">
                  <a:moveTo>
                    <a:pt x="364" y="542"/>
                  </a:moveTo>
                  <a:cubicBezTo>
                    <a:pt x="323" y="564"/>
                    <a:pt x="247" y="548"/>
                    <a:pt x="247" y="548"/>
                  </a:cubicBezTo>
                  <a:cubicBezTo>
                    <a:pt x="247" y="548"/>
                    <a:pt x="448" y="444"/>
                    <a:pt x="438" y="267"/>
                  </a:cubicBezTo>
                  <a:cubicBezTo>
                    <a:pt x="377" y="316"/>
                    <a:pt x="233" y="359"/>
                    <a:pt x="233" y="359"/>
                  </a:cubicBezTo>
                  <a:cubicBezTo>
                    <a:pt x="233" y="359"/>
                    <a:pt x="299" y="194"/>
                    <a:pt x="164" y="0"/>
                  </a:cubicBezTo>
                  <a:cubicBezTo>
                    <a:pt x="132" y="88"/>
                    <a:pt x="46" y="324"/>
                    <a:pt x="46" y="324"/>
                  </a:cubicBezTo>
                  <a:cubicBezTo>
                    <a:pt x="30" y="306"/>
                    <a:pt x="14" y="290"/>
                    <a:pt x="0" y="276"/>
                  </a:cubicBezTo>
                  <a:cubicBezTo>
                    <a:pt x="0" y="599"/>
                    <a:pt x="0" y="599"/>
                    <a:pt x="0" y="599"/>
                  </a:cubicBezTo>
                  <a:cubicBezTo>
                    <a:pt x="22" y="606"/>
                    <a:pt x="48" y="612"/>
                    <a:pt x="78" y="614"/>
                  </a:cubicBezTo>
                  <a:cubicBezTo>
                    <a:pt x="78" y="614"/>
                    <a:pt x="267" y="694"/>
                    <a:pt x="364" y="5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901" y="2136"/>
              <a:ext cx="952" cy="1365"/>
            </a:xfrm>
            <a:custGeom>
              <a:rect b="b" l="l" r="r" t="t"/>
              <a:pathLst>
                <a:path extrusionOk="0" h="578" w="403">
                  <a:moveTo>
                    <a:pt x="31" y="531"/>
                  </a:moveTo>
                  <a:cubicBezTo>
                    <a:pt x="114" y="562"/>
                    <a:pt x="239" y="578"/>
                    <a:pt x="294" y="522"/>
                  </a:cubicBezTo>
                  <a:cubicBezTo>
                    <a:pt x="247" y="529"/>
                    <a:pt x="200" y="532"/>
                    <a:pt x="163" y="503"/>
                  </a:cubicBezTo>
                  <a:cubicBezTo>
                    <a:pt x="183" y="500"/>
                    <a:pt x="378" y="422"/>
                    <a:pt x="403" y="271"/>
                  </a:cubicBezTo>
                  <a:cubicBezTo>
                    <a:pt x="363" y="305"/>
                    <a:pt x="247" y="353"/>
                    <a:pt x="197" y="347"/>
                  </a:cubicBezTo>
                  <a:cubicBezTo>
                    <a:pt x="221" y="255"/>
                    <a:pt x="223" y="90"/>
                    <a:pt x="171" y="0"/>
                  </a:cubicBezTo>
                  <a:cubicBezTo>
                    <a:pt x="144" y="125"/>
                    <a:pt x="60" y="326"/>
                    <a:pt x="60" y="326"/>
                  </a:cubicBezTo>
                  <a:cubicBezTo>
                    <a:pt x="60" y="326"/>
                    <a:pt x="33" y="302"/>
                    <a:pt x="0" y="271"/>
                  </a:cubicBezTo>
                  <a:cubicBezTo>
                    <a:pt x="0" y="516"/>
                    <a:pt x="0" y="516"/>
                    <a:pt x="0" y="516"/>
                  </a:cubicBezTo>
                  <a:cubicBezTo>
                    <a:pt x="14" y="523"/>
                    <a:pt x="24" y="527"/>
                    <a:pt x="24" y="527"/>
                  </a:cubicBezTo>
                  <a:cubicBezTo>
                    <a:pt x="31" y="531"/>
                    <a:pt x="31" y="531"/>
                    <a:pt x="31" y="531"/>
                  </a:cubicBezTo>
                  <a:cubicBezTo>
                    <a:pt x="31" y="531"/>
                    <a:pt x="31" y="531"/>
                    <a:pt x="31" y="531"/>
                  </a:cubicBezTo>
                  <a:close/>
                </a:path>
              </a:pathLst>
            </a:custGeom>
            <a:solidFill>
              <a:srgbClr val="EE91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993" y="2495"/>
              <a:ext cx="314" cy="853"/>
            </a:xfrm>
            <a:custGeom>
              <a:rect b="b" l="l" r="r" t="t"/>
              <a:pathLst>
                <a:path extrusionOk="0" h="361" w="133">
                  <a:moveTo>
                    <a:pt x="0" y="361"/>
                  </a:moveTo>
                  <a:cubicBezTo>
                    <a:pt x="101" y="293"/>
                    <a:pt x="133" y="39"/>
                    <a:pt x="125" y="0"/>
                  </a:cubicBezTo>
                  <a:cubicBezTo>
                    <a:pt x="98" y="261"/>
                    <a:pt x="0" y="361"/>
                    <a:pt x="0" y="361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151" y="2949"/>
              <a:ext cx="542" cy="290"/>
            </a:xfrm>
            <a:custGeom>
              <a:rect b="b" l="l" r="r" t="t"/>
              <a:pathLst>
                <a:path extrusionOk="0" h="123" w="229">
                  <a:moveTo>
                    <a:pt x="0" y="105"/>
                  </a:moveTo>
                  <a:cubicBezTo>
                    <a:pt x="79" y="123"/>
                    <a:pt x="214" y="22"/>
                    <a:pt x="229" y="0"/>
                  </a:cubicBezTo>
                  <a:cubicBezTo>
                    <a:pt x="92" y="107"/>
                    <a:pt x="0" y="105"/>
                    <a:pt x="0" y="10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071" y="3341"/>
              <a:ext cx="359" cy="87"/>
            </a:xfrm>
            <a:custGeom>
              <a:rect b="b" l="l" r="r" t="t"/>
              <a:pathLst>
                <a:path extrusionOk="0" h="37" w="152">
                  <a:moveTo>
                    <a:pt x="0" y="0"/>
                  </a:moveTo>
                  <a:cubicBezTo>
                    <a:pt x="33" y="37"/>
                    <a:pt x="136" y="37"/>
                    <a:pt x="152" y="31"/>
                  </a:cubicBezTo>
                  <a:cubicBezTo>
                    <a:pt x="45" y="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1901" y="3034"/>
              <a:ext cx="144" cy="137"/>
            </a:xfrm>
            <a:custGeom>
              <a:rect b="b" l="l" r="r" t="t"/>
              <a:pathLst>
                <a:path extrusionOk="0" h="58" w="61">
                  <a:moveTo>
                    <a:pt x="61" y="58"/>
                  </a:moveTo>
                  <a:cubicBezTo>
                    <a:pt x="61" y="58"/>
                    <a:pt x="35" y="43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9" y="34"/>
                    <a:pt x="40" y="51"/>
                    <a:pt x="61" y="58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1901" y="3279"/>
              <a:ext cx="113" cy="40"/>
            </a:xfrm>
            <a:custGeom>
              <a:rect b="b" l="l" r="r" t="t"/>
              <a:pathLst>
                <a:path extrusionOk="0" h="17" w="48">
                  <a:moveTo>
                    <a:pt x="48" y="15"/>
                  </a:moveTo>
                  <a:cubicBezTo>
                    <a:pt x="48" y="15"/>
                    <a:pt x="31" y="13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8" y="13"/>
                    <a:pt x="34" y="17"/>
                    <a:pt x="48" y="1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1903" y="3454"/>
              <a:ext cx="196" cy="333"/>
            </a:xfrm>
            <a:custGeom>
              <a:rect b="b" l="l" r="r" t="t"/>
              <a:pathLst>
                <a:path extrusionOk="0" h="141" w="83">
                  <a:moveTo>
                    <a:pt x="42" y="70"/>
                  </a:moveTo>
                  <a:cubicBezTo>
                    <a:pt x="36" y="34"/>
                    <a:pt x="66" y="0"/>
                    <a:pt x="66" y="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2"/>
                    <a:pt x="0" y="70"/>
                    <a:pt x="66" y="139"/>
                  </a:cubicBezTo>
                  <a:cubicBezTo>
                    <a:pt x="69" y="141"/>
                    <a:pt x="83" y="134"/>
                    <a:pt x="83" y="134"/>
                  </a:cubicBezTo>
                  <a:cubicBezTo>
                    <a:pt x="83" y="134"/>
                    <a:pt x="48" y="106"/>
                    <a:pt x="42" y="7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55" name="Google Shape;55;p1"/>
          <p:cNvGrpSpPr/>
          <p:nvPr/>
        </p:nvGrpSpPr>
        <p:grpSpPr>
          <a:xfrm rot="-1651836">
            <a:off x="11143247" y="105148"/>
            <a:ext cx="675071" cy="772505"/>
            <a:chOff x="4634" y="754"/>
            <a:chExt cx="1164" cy="1332"/>
          </a:xfrm>
        </p:grpSpPr>
        <p:sp>
          <p:nvSpPr>
            <p:cNvPr id="56" name="Google Shape;56;p1"/>
            <p:cNvSpPr/>
            <p:nvPr/>
          </p:nvSpPr>
          <p:spPr>
            <a:xfrm>
              <a:off x="4634" y="754"/>
              <a:ext cx="1164" cy="1235"/>
            </a:xfrm>
            <a:custGeom>
              <a:rect b="b" l="l" r="r" t="t"/>
              <a:pathLst>
                <a:path extrusionOk="0" h="523" w="49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4733" y="829"/>
              <a:ext cx="987" cy="1002"/>
            </a:xfrm>
            <a:custGeom>
              <a:rect b="b" l="l" r="r" t="t"/>
              <a:pathLst>
                <a:path extrusionOk="0" h="424" w="418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5118" y="1094"/>
              <a:ext cx="163" cy="696"/>
            </a:xfrm>
            <a:custGeom>
              <a:rect b="b" l="l" r="r" t="t"/>
              <a:pathLst>
                <a:path extrusionOk="0" h="295" w="69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4858" y="1299"/>
              <a:ext cx="317" cy="338"/>
            </a:xfrm>
            <a:custGeom>
              <a:rect b="b" l="l" r="r" t="t"/>
              <a:pathLst>
                <a:path extrusionOk="0" h="143" w="134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4912" y="1710"/>
              <a:ext cx="277" cy="95"/>
            </a:xfrm>
            <a:custGeom>
              <a:rect b="b" l="l" r="r" t="t"/>
              <a:pathLst>
                <a:path extrusionOk="0" h="40" w="117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5257" y="1401"/>
              <a:ext cx="387" cy="260"/>
            </a:xfrm>
            <a:custGeom>
              <a:rect b="b" l="l" r="r" t="t"/>
              <a:pathLst>
                <a:path extrusionOk="0" h="110" w="164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5238" y="1701"/>
              <a:ext cx="373" cy="118"/>
            </a:xfrm>
            <a:custGeom>
              <a:rect b="b" l="l" r="r" t="t"/>
              <a:pathLst>
                <a:path extrusionOk="0" h="50" w="158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5042" y="1847"/>
              <a:ext cx="187" cy="239"/>
            </a:xfrm>
            <a:custGeom>
              <a:rect b="b" l="l" r="r" t="t"/>
              <a:pathLst>
                <a:path extrusionOk="0" h="101" w="79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grpSp>
        <p:nvGrpSpPr>
          <p:cNvPr id="64" name="Google Shape;64;p1"/>
          <p:cNvGrpSpPr/>
          <p:nvPr/>
        </p:nvGrpSpPr>
        <p:grpSpPr>
          <a:xfrm flipH="1">
            <a:off x="10782665" y="2958792"/>
            <a:ext cx="1028242" cy="1140705"/>
            <a:chOff x="2052" y="995"/>
            <a:chExt cx="768" cy="852"/>
          </a:xfrm>
        </p:grpSpPr>
        <p:sp>
          <p:nvSpPr>
            <p:cNvPr id="65" name="Google Shape;65;p1"/>
            <p:cNvSpPr/>
            <p:nvPr/>
          </p:nvSpPr>
          <p:spPr>
            <a:xfrm>
              <a:off x="2430" y="1616"/>
              <a:ext cx="151" cy="231"/>
            </a:xfrm>
            <a:custGeom>
              <a:rect b="b" l="l" r="r" t="t"/>
              <a:pathLst>
                <a:path extrusionOk="0" h="98" w="64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2052" y="995"/>
              <a:ext cx="768" cy="729"/>
            </a:xfrm>
            <a:custGeom>
              <a:rect b="b" l="l" r="r" t="t"/>
              <a:pathLst>
                <a:path extrusionOk="0" h="309" w="325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2090" y="1054"/>
              <a:ext cx="650" cy="677"/>
            </a:xfrm>
            <a:custGeom>
              <a:rect b="b" l="l" r="r" t="t"/>
              <a:pathLst>
                <a:path extrusionOk="0" h="287" w="275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2322" y="1198"/>
              <a:ext cx="212" cy="429"/>
            </a:xfrm>
            <a:custGeom>
              <a:rect b="b" l="l" r="r" t="t"/>
              <a:pathLst>
                <a:path extrusionOk="0" h="182" w="90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508" y="1235"/>
              <a:ext cx="128" cy="281"/>
            </a:xfrm>
            <a:custGeom>
              <a:rect b="b" l="l" r="r" t="t"/>
              <a:pathLst>
                <a:path extrusionOk="0" h="119" w="54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2539" y="1500"/>
              <a:ext cx="163" cy="101"/>
            </a:xfrm>
            <a:custGeom>
              <a:rect b="b" l="l" r="r" t="t"/>
              <a:pathLst>
                <a:path extrusionOk="0" h="43" w="69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2303" y="1604"/>
              <a:ext cx="177" cy="59"/>
            </a:xfrm>
            <a:custGeom>
              <a:rect b="b" l="l" r="r" t="t"/>
              <a:pathLst>
                <a:path extrusionOk="0" h="25" w="7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2161" y="1472"/>
              <a:ext cx="300" cy="111"/>
            </a:xfrm>
            <a:custGeom>
              <a:rect b="b" l="l" r="r" t="t"/>
              <a:pathLst>
                <a:path extrusionOk="0" h="47" w="12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endParaRPr>
            </a:p>
          </p:txBody>
        </p:sp>
      </p:grpSp>
      <p:sp>
        <p:nvSpPr>
          <p:cNvPr id="73" name="Google Shape;73;p1"/>
          <p:cNvSpPr txBox="1"/>
          <p:nvPr>
            <p:ph type="title"/>
          </p:nvPr>
        </p:nvSpPr>
        <p:spPr>
          <a:xfrm>
            <a:off x="1524000" y="78910"/>
            <a:ext cx="9133730" cy="1233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"/>
          <p:cNvSpPr txBox="1"/>
          <p:nvPr>
            <p:ph idx="1" type="body"/>
          </p:nvPr>
        </p:nvSpPr>
        <p:spPr>
          <a:xfrm>
            <a:off x="1528572" y="1485900"/>
            <a:ext cx="9134856" cy="4152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5pPr>
            <a:lvl6pPr indent="-29972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9972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9972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9972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5" name="Google Shape;75;p1"/>
          <p:cNvSpPr txBox="1"/>
          <p:nvPr>
            <p:ph idx="11" type="ftr"/>
          </p:nvPr>
        </p:nvSpPr>
        <p:spPr>
          <a:xfrm>
            <a:off x="1522412" y="6601968"/>
            <a:ext cx="69784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6" name="Google Shape;76;p1"/>
          <p:cNvSpPr txBox="1"/>
          <p:nvPr>
            <p:ph idx="10" type="dt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7" name="Google Shape;77;p1"/>
          <p:cNvSpPr txBox="1"/>
          <p:nvPr>
            <p:ph idx="12" type="sldNum"/>
          </p:nvPr>
        </p:nvSpPr>
        <p:spPr>
          <a:xfrm>
            <a:off x="10023348" y="660196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ingliu"/>
                <a:ea typeface="Mingliu"/>
                <a:cs typeface="Mingliu"/>
                <a:sym typeface="Mingliu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3"/>
          <p:cNvSpPr txBox="1"/>
          <p:nvPr>
            <p:ph type="ctrTitle"/>
          </p:nvPr>
        </p:nvSpPr>
        <p:spPr>
          <a:xfrm>
            <a:off x="2181643" y="718870"/>
            <a:ext cx="9360418" cy="1679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zh-TW" sz="4400">
                <a:latin typeface="Arial"/>
                <a:ea typeface="Arial"/>
                <a:cs typeface="Arial"/>
                <a:sym typeface="Arial"/>
              </a:rPr>
              <a:t>潮 音 國 小 113 學 年 度一 年 丙 班</a:t>
            </a:r>
            <a:br>
              <a:rPr lang="zh-TW" sz="4400">
                <a:latin typeface="Arial"/>
                <a:ea typeface="Arial"/>
                <a:cs typeface="Arial"/>
                <a:sym typeface="Arial"/>
              </a:rPr>
            </a:br>
            <a:r>
              <a:rPr b="1" lang="zh-TW" sz="5400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班 級 親 師 座 談 會</a:t>
            </a:r>
            <a:endParaRPr/>
          </a:p>
        </p:txBody>
      </p:sp>
      <p:sp>
        <p:nvSpPr>
          <p:cNvPr id="769" name="Google Shape;769;p13"/>
          <p:cNvSpPr txBox="1"/>
          <p:nvPr>
            <p:ph idx="1" type="subTitle"/>
          </p:nvPr>
        </p:nvSpPr>
        <p:spPr>
          <a:xfrm>
            <a:off x="7227513" y="6226954"/>
            <a:ext cx="6205404" cy="1650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zh-TW" sz="320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2024.9.11</a:t>
            </a:r>
            <a:endParaRPr b="1" sz="3200">
              <a:solidFill>
                <a:srgbClr val="0070C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770" name="Google Shape;7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5385" y="2311835"/>
            <a:ext cx="4721791" cy="3581893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4"/>
          <p:cNvSpPr txBox="1"/>
          <p:nvPr>
            <p:ph type="title"/>
          </p:nvPr>
        </p:nvSpPr>
        <p:spPr>
          <a:xfrm>
            <a:off x="-99247" y="944384"/>
            <a:ext cx="3108960" cy="48711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None/>
            </a:pP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班</a:t>
            </a:r>
            <a:b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親</a:t>
            </a:r>
            <a:b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</a:t>
            </a:r>
            <a:b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</a:t>
            </a:r>
            <a:b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間</a:t>
            </a:r>
            <a:b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表</a:t>
            </a:r>
            <a:endParaRPr/>
          </a:p>
        </p:txBody>
      </p:sp>
      <p:graphicFrame>
        <p:nvGraphicFramePr>
          <p:cNvPr id="777" name="Google Shape;777;p14"/>
          <p:cNvGraphicFramePr/>
          <p:nvPr/>
        </p:nvGraphicFramePr>
        <p:xfrm>
          <a:off x="2580830" y="445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{5939AA35-D8CA-4F35-8F2E-D0E5319720CC}</a:tableStyleId>
              </a:tblPr>
              <a:tblGrid>
                <a:gridCol w="2651325"/>
                <a:gridCol w="5885300"/>
              </a:tblGrid>
              <a:tr h="6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400" u="none" cap="none" strike="noStrike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時    間</a:t>
                      </a:r>
                      <a:endParaRPr/>
                    </a:p>
                  </a:txBody>
                  <a:tcPr marT="57150" marB="57150" marR="57150" marL="1828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400" u="none" cap="none" strike="noStrike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活                    動</a:t>
                      </a:r>
                      <a:endParaRPr/>
                    </a:p>
                  </a:txBody>
                  <a:tcPr marT="57150" marB="57150" marR="57150" marL="182875" anchor="ctr"/>
                </a:tc>
              </a:tr>
              <a:tr h="6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200" u="none" cap="none" strike="noStrike">
                          <a:solidFill>
                            <a:srgbClr val="00B05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6:30 - 7:30</a:t>
                      </a:r>
                      <a:endParaRPr b="1" sz="3200" u="none" cap="none" strike="noStrike">
                        <a:solidFill>
                          <a:srgbClr val="00B05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7150" marB="57150" marR="57150" marL="182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200" u="none" cap="none" strike="noStrike">
                          <a:solidFill>
                            <a:srgbClr val="00B05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班級親師座談會-一丙教室</a:t>
                      </a:r>
                      <a:endParaRPr/>
                    </a:p>
                  </a:txBody>
                  <a:tcPr marT="57150" marB="57150" marR="57150" marL="182875" anchor="ctr"/>
                </a:tc>
              </a:tr>
              <a:tr h="6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200" u="none" cap="none" strike="noStrike">
                          <a:solidFill>
                            <a:srgbClr val="FF66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7:30 - 9:00</a:t>
                      </a:r>
                      <a:endParaRPr b="1" sz="3200" u="none" cap="none" strike="noStrike">
                        <a:solidFill>
                          <a:srgbClr val="FF66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7150" marB="57150" marR="57150" marL="182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200" u="none" cap="none" strike="noStrike">
                          <a:solidFill>
                            <a:srgbClr val="FF66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班級代表大會-二樓圖書館</a:t>
                      </a:r>
                      <a:endParaRPr/>
                    </a:p>
                  </a:txBody>
                  <a:tcPr marT="57150" marB="57150" marR="57150" marL="182875" anchor="ctr"/>
                </a:tc>
              </a:tr>
              <a:tr h="5433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3600" u="none" cap="none" strike="noStrike">
                          <a:solidFill>
                            <a:srgbClr val="26262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       要       議       題</a:t>
                      </a:r>
                      <a:endParaRPr/>
                    </a:p>
                  </a:txBody>
                  <a:tcPr marT="57150" marB="57150" marR="57150" marL="182875" anchor="ctr"/>
                </a:tc>
                <a:tc hMerge="1"/>
              </a:tr>
              <a:tr h="2778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zh-TW" sz="3600" u="none" cap="none" strike="noStrike">
                          <a:solidFill>
                            <a:srgbClr val="B17ED8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一、班級家長委員初選</a:t>
                      </a:r>
                      <a:endParaRPr b="0" sz="3600" u="none" cap="none" strike="noStrike">
                        <a:solidFill>
                          <a:srgbClr val="B17ED8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zh-TW" sz="3600" u="none" cap="none" strike="noStrike">
                          <a:solidFill>
                            <a:srgbClr val="B17ED8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二、教師自我介紹/班級經營理念</a:t>
                      </a:r>
                      <a:endParaRPr b="0" sz="3600" u="none" cap="none" strike="noStrike">
                        <a:solidFill>
                          <a:srgbClr val="B17ED8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zh-TW" sz="3600" u="none" cap="none" strike="noStrike">
                          <a:solidFill>
                            <a:srgbClr val="B17ED8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三、本學期重要行事</a:t>
                      </a:r>
                      <a:endParaRPr b="0" sz="3600" u="none" cap="none" strike="noStrike">
                        <a:solidFill>
                          <a:srgbClr val="B17ED8"/>
                        </a:solidFill>
                        <a:latin typeface="DFKai-SB"/>
                        <a:ea typeface="DFKai-SB"/>
                        <a:cs typeface="DFKai-SB"/>
                        <a:sym typeface="DFKai-SB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zh-TW" sz="3600" u="none" cap="none" strike="noStrike">
                          <a:solidFill>
                            <a:srgbClr val="B17ED8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四、臨時動議-聯絡簿與班級群組運作</a:t>
                      </a:r>
                      <a:endParaRPr b="0" sz="3600" u="none" cap="none" strike="noStrike">
                        <a:solidFill>
                          <a:srgbClr val="B17ED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57150" marB="57150" marR="57150" marL="182875" anchor="ctr"/>
                </a:tc>
                <a:tc hMerge="1"/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5"/>
          <p:cNvSpPr txBox="1"/>
          <p:nvPr>
            <p:ph type="title"/>
          </p:nvPr>
        </p:nvSpPr>
        <p:spPr>
          <a:xfrm>
            <a:off x="924951" y="571500"/>
            <a:ext cx="6849207" cy="963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None/>
            </a:pPr>
            <a:r>
              <a:rPr b="1" lang="zh-TW" sz="60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家長委員-初選名單</a:t>
            </a:r>
            <a:endParaRPr/>
          </a:p>
        </p:txBody>
      </p:sp>
      <p:sp>
        <p:nvSpPr>
          <p:cNvPr id="784" name="Google Shape;784;p15"/>
          <p:cNvSpPr txBox="1"/>
          <p:nvPr>
            <p:ph idx="2" type="body"/>
          </p:nvPr>
        </p:nvSpPr>
        <p:spPr>
          <a:xfrm>
            <a:off x="1062109" y="1570216"/>
            <a:ext cx="6253091" cy="4237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zh-TW" sz="6000">
                <a:solidFill>
                  <a:srgbClr val="F67EED"/>
                </a:solidFill>
                <a:latin typeface="Arial"/>
                <a:ea typeface="Arial"/>
                <a:cs typeface="Arial"/>
                <a:sym typeface="Arial"/>
              </a:rPr>
              <a:t>感謝……</a:t>
            </a:r>
            <a:endParaRPr/>
          </a:p>
          <a:p>
            <a:pPr indent="0" lvl="0" marL="4572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4400"/>
              <a:buNone/>
            </a:pPr>
            <a:r>
              <a:rPr lang="zh-TW" sz="44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zh-TW" sz="4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李耀祖</a:t>
            </a:r>
            <a:r>
              <a:rPr lang="zh-TW" sz="4400">
                <a:latin typeface="Arial"/>
                <a:ea typeface="Arial"/>
                <a:cs typeface="Arial"/>
                <a:sym typeface="Arial"/>
              </a:rPr>
              <a:t>-李宇春的爸爸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indent="0" lvl="0" marL="45720" rtl="0" algn="l">
              <a:lnSpc>
                <a:spcPct val="136363"/>
              </a:lnSpc>
              <a:spcBef>
                <a:spcPts val="1800"/>
              </a:spcBef>
              <a:spcAft>
                <a:spcPts val="0"/>
              </a:spcAft>
              <a:buSzPts val="4400"/>
              <a:buNone/>
            </a:pPr>
            <a:r>
              <a:rPr lang="zh-TW" sz="44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zh-TW" sz="4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林志宏</a:t>
            </a:r>
            <a:r>
              <a:rPr lang="zh-TW" sz="4400">
                <a:latin typeface="Arial"/>
                <a:ea typeface="Arial"/>
                <a:cs typeface="Arial"/>
                <a:sym typeface="Arial"/>
              </a:rPr>
              <a:t>-林皓軒的爸爸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indent="0" lvl="0" marL="45720" rtl="0" algn="l">
              <a:lnSpc>
                <a:spcPct val="136363"/>
              </a:lnSpc>
              <a:spcBef>
                <a:spcPts val="1800"/>
              </a:spcBef>
              <a:spcAft>
                <a:spcPts val="0"/>
              </a:spcAft>
              <a:buSzPts val="4400"/>
              <a:buNone/>
            </a:pPr>
            <a:r>
              <a:rPr lang="zh-TW" sz="44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zh-TW" sz="4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王弘昇</a:t>
            </a:r>
            <a:r>
              <a:rPr lang="zh-TW" sz="4400">
                <a:latin typeface="Arial"/>
                <a:ea typeface="Arial"/>
                <a:cs typeface="Arial"/>
                <a:sym typeface="Arial"/>
              </a:rPr>
              <a:t>-王元恩的爸爸</a:t>
            </a:r>
            <a:endParaRPr/>
          </a:p>
        </p:txBody>
      </p:sp>
      <p:pic>
        <p:nvPicPr>
          <p:cNvPr descr="https://png.pngtree.com/illustrations/20190321/ourmid/pngtree-business-office-meeting-illustration-png-image_28533.jpg" id="785" name="Google Shape;7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53706">
            <a:off x="7490301" y="2061716"/>
            <a:ext cx="3365955" cy="358301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6"/>
          <p:cNvSpPr txBox="1"/>
          <p:nvPr>
            <p:ph type="title"/>
          </p:nvPr>
        </p:nvSpPr>
        <p:spPr>
          <a:xfrm>
            <a:off x="1405563" y="1730477"/>
            <a:ext cx="10378702" cy="28316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5400"/>
              <a:buNone/>
            </a:pPr>
            <a:r>
              <a:rPr b="1" lang="zh-TW" sz="54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因為緣分我們在此相遇</a:t>
            </a:r>
            <a:br>
              <a:rPr b="1" lang="zh-TW" sz="54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b="1" lang="zh-TW" sz="54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54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成為孩子的</a:t>
            </a:r>
            <a:r>
              <a:rPr b="1" lang="zh-TW" sz="5400" u="sng">
                <a:solidFill>
                  <a:srgbClr val="FFC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神隊友</a:t>
            </a:r>
            <a:endParaRPr b="1" i="1" sz="5400" u="sng">
              <a:solidFill>
                <a:srgbClr val="FFC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7"/>
          <p:cNvSpPr txBox="1"/>
          <p:nvPr>
            <p:ph type="title"/>
          </p:nvPr>
        </p:nvSpPr>
        <p:spPr>
          <a:xfrm>
            <a:off x="860743" y="78364"/>
            <a:ext cx="3737634" cy="1151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None/>
            </a:pPr>
            <a:r>
              <a:rPr b="1" lang="zh-TW" sz="4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認識玉環老師：</a:t>
            </a:r>
            <a:endParaRPr/>
          </a:p>
        </p:txBody>
      </p:sp>
      <p:sp>
        <p:nvSpPr>
          <p:cNvPr id="798" name="Google Shape;798;p17"/>
          <p:cNvSpPr txBox="1"/>
          <p:nvPr/>
        </p:nvSpPr>
        <p:spPr>
          <a:xfrm>
            <a:off x="693688" y="1608224"/>
            <a:ext cx="6375706" cy="3743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6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●國立台中教育大學畢業。 </a:t>
            </a:r>
            <a:endParaRPr b="0" i="0" sz="3600" u="none" cap="none" strike="noStrik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6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●88年起在潮音國小服務</a:t>
            </a:r>
            <a:endParaRPr b="0" i="0" sz="3600" u="none" cap="none" strike="noStrik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6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●102年碩士畢業</a:t>
            </a:r>
            <a:endParaRPr b="0" i="0" sz="2400" u="none" cap="none" strike="noStrike">
              <a:solidFill>
                <a:srgbClr val="FF66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030A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030A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18"/>
          <p:cNvPicPr preferRelativeResize="0"/>
          <p:nvPr/>
        </p:nvPicPr>
        <p:blipFill rotWithShape="1">
          <a:blip r:embed="rId3">
            <a:alphaModFix/>
          </a:blip>
          <a:srcRect b="0" l="9425" r="9902" t="0"/>
          <a:stretch/>
        </p:blipFill>
        <p:spPr>
          <a:xfrm>
            <a:off x="1220152" y="3707497"/>
            <a:ext cx="4974170" cy="291187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805" name="Google Shape;805;p18"/>
          <p:cNvPicPr preferRelativeResize="0"/>
          <p:nvPr/>
        </p:nvPicPr>
        <p:blipFill rotWithShape="1">
          <a:blip r:embed="rId4">
            <a:alphaModFix/>
          </a:blip>
          <a:srcRect b="3930" l="9695" r="6502" t="1767"/>
          <a:stretch/>
        </p:blipFill>
        <p:spPr>
          <a:xfrm>
            <a:off x="6693185" y="465724"/>
            <a:ext cx="5076574" cy="2963276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806" name="Google Shape;806;p18"/>
          <p:cNvPicPr preferRelativeResize="0"/>
          <p:nvPr/>
        </p:nvPicPr>
        <p:blipFill rotWithShape="1">
          <a:blip r:embed="rId5">
            <a:alphaModFix/>
          </a:blip>
          <a:srcRect b="2558" l="4414" r="2300" t="3946"/>
          <a:stretch/>
        </p:blipFill>
        <p:spPr>
          <a:xfrm>
            <a:off x="1298247" y="424876"/>
            <a:ext cx="5076574" cy="300412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807" name="Google Shape;807;p18"/>
          <p:cNvPicPr preferRelativeResize="0"/>
          <p:nvPr/>
        </p:nvPicPr>
        <p:blipFill rotWithShape="1">
          <a:blip r:embed="rId6">
            <a:alphaModFix/>
          </a:blip>
          <a:srcRect b="1936" l="3629" r="5242" t="4395"/>
          <a:stretch/>
        </p:blipFill>
        <p:spPr>
          <a:xfrm>
            <a:off x="6693185" y="3707497"/>
            <a:ext cx="5125171" cy="2963277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808" name="Google Shape;808;p18"/>
          <p:cNvSpPr txBox="1"/>
          <p:nvPr/>
        </p:nvSpPr>
        <p:spPr>
          <a:xfrm rot="5400000">
            <a:off x="-1119754" y="2810123"/>
            <a:ext cx="3569110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40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一丙可愛寶貝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9"/>
          <p:cNvSpPr txBox="1"/>
          <p:nvPr/>
        </p:nvSpPr>
        <p:spPr>
          <a:xfrm>
            <a:off x="1022328" y="560447"/>
            <a:ext cx="95116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800">
                <a:solidFill>
                  <a:srgbClr val="92D050"/>
                </a:solidFill>
                <a:latin typeface="Cambria"/>
                <a:ea typeface="Cambria"/>
                <a:cs typeface="Cambria"/>
                <a:sym typeface="Cambria"/>
              </a:rPr>
              <a:t>開學至今，老師發現孩子們……</a:t>
            </a:r>
            <a:endParaRPr b="1" sz="4800">
              <a:solidFill>
                <a:srgbClr val="92D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5" name="Google Shape;815;p19"/>
          <p:cNvSpPr txBox="1"/>
          <p:nvPr/>
        </p:nvSpPr>
        <p:spPr>
          <a:xfrm>
            <a:off x="804133" y="1391444"/>
            <a:ext cx="10662407" cy="7971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食量驚人、可愛爆表；極度熱心、暢所欲言……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rgbClr val="FF6600"/>
                </a:solidFill>
                <a:latin typeface="DFKai-SB"/>
                <a:ea typeface="DFKai-SB"/>
                <a:cs typeface="DFKai-SB"/>
                <a:sym typeface="DFKai-SB"/>
              </a:rPr>
              <a:t>♁</a:t>
            </a:r>
            <a:r>
              <a:rPr b="1" lang="zh-TW" sz="4000">
                <a:solidFill>
                  <a:srgbClr val="FF6600"/>
                </a:solidFill>
                <a:latin typeface="Cambria"/>
                <a:ea typeface="Cambria"/>
                <a:cs typeface="Cambria"/>
                <a:sym typeface="Cambria"/>
              </a:rPr>
              <a:t>學習目標：定心、靜心、專心、用心</a:t>
            </a:r>
            <a:endParaRPr b="1" sz="4000">
              <a:solidFill>
                <a:srgbClr val="FF66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66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rgbClr val="8238BA"/>
                </a:solidFill>
                <a:latin typeface="DFKai-SB"/>
                <a:ea typeface="DFKai-SB"/>
                <a:cs typeface="DFKai-SB"/>
                <a:sym typeface="DFKai-SB"/>
              </a:rPr>
              <a:t>♁</a:t>
            </a:r>
            <a:r>
              <a:rPr b="1" lang="zh-TW" sz="4000">
                <a:solidFill>
                  <a:srgbClr val="8238BA"/>
                </a:solidFill>
                <a:latin typeface="Cambria"/>
                <a:ea typeface="Cambria"/>
                <a:cs typeface="Cambria"/>
                <a:sym typeface="Cambria"/>
              </a:rPr>
              <a:t>品格教育：尊重、合作、分享、熱忱</a:t>
            </a:r>
            <a:endParaRPr b="1" sz="4000">
              <a:solidFill>
                <a:srgbClr val="8238B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66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66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0"/>
          <p:cNvSpPr txBox="1"/>
          <p:nvPr>
            <p:ph type="title"/>
          </p:nvPr>
        </p:nvSpPr>
        <p:spPr>
          <a:xfrm>
            <a:off x="779288" y="1540106"/>
            <a:ext cx="1310216" cy="4773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5400"/>
              <a:buNone/>
            </a:pP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成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績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評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量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辦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法</a:t>
            </a:r>
            <a:br>
              <a:rPr b="1" lang="zh-TW" sz="5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1" sz="5400">
              <a:solidFill>
                <a:srgbClr val="F67EE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2" name="Google Shape;822;p20"/>
          <p:cNvSpPr txBox="1"/>
          <p:nvPr/>
        </p:nvSpPr>
        <p:spPr>
          <a:xfrm>
            <a:off x="1034184" y="6090407"/>
            <a:ext cx="1072113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★</a:t>
            </a:r>
            <a:r>
              <a:rPr lang="zh-TW"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作業批改與訂正方式：</a:t>
            </a:r>
            <a:r>
              <a:rPr lang="zh-TW" sz="32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藍色ok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823" name="Google Shape;823;p20"/>
          <p:cNvGraphicFramePr/>
          <p:nvPr/>
        </p:nvGraphicFramePr>
        <p:xfrm>
          <a:off x="2159843" y="782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{5939AA35-D8CA-4F35-8F2E-D0E5319720CC}</a:tableStyleId>
              </a:tblPr>
              <a:tblGrid>
                <a:gridCol w="1110900"/>
                <a:gridCol w="6295300"/>
                <a:gridCol w="1582625"/>
              </a:tblGrid>
              <a:tr h="10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學習領域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17780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平     時     成     績    50%</a:t>
                      </a:r>
                      <a:endParaRPr b="1" sz="2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定期成績</a:t>
                      </a:r>
                      <a:endParaRPr b="1" sz="2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50%</a:t>
                      </a:r>
                      <a:endParaRPr b="1" sz="2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28575" marB="28575" marR="28575" marL="28575" anchor="ctr"/>
                </a:tc>
              </a:tr>
              <a:tr h="13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國語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聽寫15</a:t>
                      </a:r>
                      <a:r>
                        <a:rPr lang="zh-TW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﹪</a:t>
                      </a: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、平時考卷15</a:t>
                      </a:r>
                      <a:r>
                        <a:rPr lang="zh-TW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﹪</a:t>
                      </a: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、習作20﹪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期中考</a:t>
                      </a:r>
                      <a:endParaRPr sz="2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solidFill>
                            <a:srgbClr val="FF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期末考</a:t>
                      </a:r>
                      <a:endParaRPr/>
                    </a:p>
                  </a:txBody>
                  <a:tcPr marT="28575" marB="28575" marR="28575" marL="28575" anchor="ctr"/>
                </a:tc>
              </a:tr>
              <a:tr h="13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數學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平時考卷30</a:t>
                      </a:r>
                      <a:r>
                        <a:rPr lang="zh-TW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﹪</a:t>
                      </a: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、習作20</a:t>
                      </a:r>
                      <a:r>
                        <a:rPr lang="zh-TW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﹪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期中考</a:t>
                      </a:r>
                      <a:endParaRPr sz="2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solidFill>
                            <a:srgbClr val="FF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期末考</a:t>
                      </a:r>
                      <a:endParaRPr/>
                    </a:p>
                  </a:txBody>
                  <a:tcPr marT="28575" marB="28575" marR="28575" marL="28575" anchor="ctr"/>
                </a:tc>
              </a:tr>
              <a:tr h="13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生活課程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平時考卷30﹪、習作20﹪</a:t>
                      </a:r>
                      <a:endParaRPr/>
                    </a:p>
                  </a:txBody>
                  <a:tcPr marT="28575" marB="28575" marR="28575" marL="2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zh-TW" sz="2800" u="none" cap="none" strike="noStrike">
                          <a:solidFill>
                            <a:srgbClr val="FF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期末考</a:t>
                      </a:r>
                      <a:endParaRPr/>
                    </a:p>
                  </a:txBody>
                  <a:tcPr marT="28575" marB="28575" marR="28575" marL="28575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1"/>
          <p:cNvSpPr txBox="1"/>
          <p:nvPr>
            <p:ph type="title"/>
          </p:nvPr>
        </p:nvSpPr>
        <p:spPr>
          <a:xfrm>
            <a:off x="946194" y="528668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800"/>
              <a:buNone/>
            </a:pPr>
            <a:r>
              <a:rPr b="1" lang="zh-TW" sz="4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班級活動規劃：</a:t>
            </a:r>
            <a:endParaRPr/>
          </a:p>
        </p:txBody>
      </p:sp>
      <p:sp>
        <p:nvSpPr>
          <p:cNvPr id="830" name="Google Shape;830;p21"/>
          <p:cNvSpPr txBox="1"/>
          <p:nvPr/>
        </p:nvSpPr>
        <p:spPr>
          <a:xfrm>
            <a:off x="509439" y="1299825"/>
            <a:ext cx="979834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☆班服訂製：11/16 運動會前</a:t>
            </a:r>
            <a:endParaRPr sz="48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☆聖誕派對&amp;交換禮物</a:t>
            </a:r>
            <a:endParaRPr sz="48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☆線上閱讀認證</a:t>
            </a:r>
            <a:endParaRPr sz="48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☆期末活動安排</a:t>
            </a:r>
            <a:endParaRPr sz="48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31" name="Google Shape;831;p21"/>
          <p:cNvPicPr preferRelativeResize="0"/>
          <p:nvPr/>
        </p:nvPicPr>
        <p:blipFill rotWithShape="1">
          <a:blip r:embed="rId3">
            <a:alphaModFix/>
          </a:blip>
          <a:srcRect b="0" l="15483" r="11059" t="3988"/>
          <a:stretch/>
        </p:blipFill>
        <p:spPr>
          <a:xfrm rot="215714">
            <a:off x="7321914" y="2483544"/>
            <a:ext cx="4025048" cy="3945677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2"/>
          <p:cNvSpPr txBox="1"/>
          <p:nvPr>
            <p:ph type="title"/>
          </p:nvPr>
        </p:nvSpPr>
        <p:spPr>
          <a:xfrm>
            <a:off x="937402" y="558004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800"/>
              <a:buNone/>
            </a:pPr>
            <a:r>
              <a:rPr b="1" lang="zh-TW" sz="480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班級活動規劃：</a:t>
            </a:r>
            <a:endParaRPr/>
          </a:p>
        </p:txBody>
      </p:sp>
      <p:sp>
        <p:nvSpPr>
          <p:cNvPr id="838" name="Google Shape;838;p22"/>
          <p:cNvSpPr txBox="1"/>
          <p:nvPr/>
        </p:nvSpPr>
        <p:spPr>
          <a:xfrm>
            <a:off x="779073" y="1401040"/>
            <a:ext cx="1095428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☆晨間閱讀：晨光志工故事分享、讀報與閱讀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☆配合節令舉辦各式活動。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☆念短文畫心情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☆讀書心得記錄：閱讀一本書，並記錄下來。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☆班級榮譽制度：換榮譽貼紙。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3"/>
          <p:cNvSpPr txBox="1"/>
          <p:nvPr>
            <p:ph type="title"/>
          </p:nvPr>
        </p:nvSpPr>
        <p:spPr>
          <a:xfrm>
            <a:off x="937402" y="546252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4800"/>
              <a:buNone/>
            </a:pPr>
            <a:r>
              <a:rPr b="1" lang="zh-TW" sz="48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輔導管教辦法：</a:t>
            </a:r>
            <a:endParaRPr/>
          </a:p>
        </p:txBody>
      </p:sp>
      <p:sp>
        <p:nvSpPr>
          <p:cNvPr id="845" name="Google Shape;845;p23"/>
          <p:cNvSpPr txBox="1"/>
          <p:nvPr/>
        </p:nvSpPr>
        <p:spPr>
          <a:xfrm>
            <a:off x="716418" y="1802527"/>
            <a:ext cx="1095428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☆精神鼓勵：讚美、掌聲與微笑，課堂公開表揚。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☆偏差行為處置：</a:t>
            </a:r>
            <a:endParaRPr sz="4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  先以聯絡簿或Line做初步的溝通，情況未見改善時再以電話聯繫，請家長協助處理。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4"/>
          <p:cNvSpPr txBox="1"/>
          <p:nvPr>
            <p:ph type="title"/>
          </p:nvPr>
        </p:nvSpPr>
        <p:spPr>
          <a:xfrm>
            <a:off x="946193" y="555045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4800"/>
              <a:buNone/>
            </a:pPr>
            <a:r>
              <a:rPr b="1" lang="zh-TW" sz="48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家長配合事項：</a:t>
            </a:r>
            <a:endParaRPr/>
          </a:p>
        </p:txBody>
      </p:sp>
      <p:sp>
        <p:nvSpPr>
          <p:cNvPr id="852" name="Google Shape;852;p24"/>
          <p:cNvSpPr txBox="1"/>
          <p:nvPr/>
        </p:nvSpPr>
        <p:spPr>
          <a:xfrm>
            <a:off x="725210" y="1573927"/>
            <a:ext cx="10954281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☆7:15---7:45之間到校，請假先告知，以便掌握動向。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☆每天抽出時間關心孩子的課業，了解孩子學習情形。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</a:t>
            </a:r>
            <a:r>
              <a:rPr lang="zh-TW" sz="3600">
                <a:solidFill>
                  <a:srgbClr val="FF5050"/>
                </a:solidFill>
                <a:latin typeface="DFKai-SB"/>
                <a:ea typeface="DFKai-SB"/>
                <a:cs typeface="DFKai-SB"/>
                <a:sym typeface="DFKai-SB"/>
              </a:rPr>
              <a:t>每星期二和四</a:t>
            </a: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請提醒孩子穿運動服裝到校。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☆放手讓孩子去做，讓孩子學會負責任，養成獨立及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  解決問題的能力。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5"/>
          <p:cNvSpPr txBox="1"/>
          <p:nvPr>
            <p:ph type="title"/>
          </p:nvPr>
        </p:nvSpPr>
        <p:spPr>
          <a:xfrm>
            <a:off x="944258" y="563837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4800"/>
              <a:buNone/>
            </a:pPr>
            <a:r>
              <a:rPr b="1" lang="zh-TW" sz="48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親師溝通：</a:t>
            </a:r>
            <a:endParaRPr/>
          </a:p>
        </p:txBody>
      </p:sp>
      <p:sp>
        <p:nvSpPr>
          <p:cNvPr id="859" name="Google Shape;859;p25"/>
          <p:cNvSpPr txBox="1"/>
          <p:nvPr/>
        </p:nvSpPr>
        <p:spPr>
          <a:xfrm>
            <a:off x="695322" y="1406873"/>
            <a:ext cx="11375471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☆放下手機，每天花5-10分鐘陪孩子聊聊天。</a:t>
            </a:r>
            <a:r>
              <a:rPr b="1" lang="zh-TW" sz="4400">
                <a:solidFill>
                  <a:srgbClr val="00B05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endParaRPr b="1" sz="4400">
              <a:solidFill>
                <a:srgbClr val="00B05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☆最有效的教育-身教，但卻很難做到！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☆培養孩子興趣，遠離手機電玩！！！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☆避免攝取垃圾食物！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6"/>
          <p:cNvSpPr txBox="1"/>
          <p:nvPr>
            <p:ph type="title"/>
          </p:nvPr>
        </p:nvSpPr>
        <p:spPr>
          <a:xfrm>
            <a:off x="1017568" y="536330"/>
            <a:ext cx="1310216" cy="5041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4400"/>
              <a:buNone/>
            </a:pP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第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一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學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期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重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要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行</a:t>
            </a:r>
            <a:b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zh-TW" sz="4400">
                <a:solidFill>
                  <a:srgbClr val="F67EED"/>
                </a:solidFill>
                <a:latin typeface="Cambria"/>
                <a:ea typeface="Cambria"/>
                <a:cs typeface="Cambria"/>
                <a:sym typeface="Cambria"/>
              </a:rPr>
              <a:t>事</a:t>
            </a:r>
            <a:endParaRPr/>
          </a:p>
        </p:txBody>
      </p:sp>
      <p:sp>
        <p:nvSpPr>
          <p:cNvPr id="866" name="Google Shape;866;p26"/>
          <p:cNvSpPr txBox="1"/>
          <p:nvPr/>
        </p:nvSpPr>
        <p:spPr>
          <a:xfrm>
            <a:off x="2090392" y="694592"/>
            <a:ext cx="9873761" cy="55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★9/17 （二）中秋節放假一天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★10/10（四）國慶日放假一天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★11/8 （五）一年級注音大會考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★11/16（六）70週年校慶運動會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★11/18（一）運動會補假一天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★12/17 （二）低年級校外教學-大溪好時節農莊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★1/1 （三）元旦放假一天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★1/9（四）1/10 （五）期末考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★1/20（一）結業式</a:t>
            </a:r>
            <a:endParaRPr sz="2800">
              <a:solidFill>
                <a:srgbClr val="C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https://cdn.xxl.thumbs.canstockphoto.hk/%E6%8F%92%E5%9C%96-%E6%8F%90%E9%86%92%E8%80%85-%E7%9F%A2%E9%87%8F-style-%E9%A3%9B%E6%BF%BA-%E8%AD%B0%E7%A8%8B-%E5%9C%96%E8%B1%A1-%E5%BD%B1%E9%9F%BF-%E5%96%9C%E5%8A%87%E6%BC%94%E5%93%A1-%E6%97%A5%E6%AD%B7%E6%97%A5%E6%9C%9F-%E5%8D%A1%E9%80%9A-pictogram-concept-%E5%9B%BE%E5%83%8F_csp90743377.jpg" id="867" name="Google Shape;867;p26"/>
          <p:cNvPicPr preferRelativeResize="0"/>
          <p:nvPr/>
        </p:nvPicPr>
        <p:blipFill rotWithShape="1">
          <a:blip r:embed="rId3">
            <a:alphaModFix/>
          </a:blip>
          <a:srcRect b="9768" l="0" r="0" t="0"/>
          <a:stretch/>
        </p:blipFill>
        <p:spPr>
          <a:xfrm rot="328749">
            <a:off x="7710824" y="3984582"/>
            <a:ext cx="2655539" cy="2545907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7"/>
          <p:cNvSpPr txBox="1"/>
          <p:nvPr>
            <p:ph type="title"/>
          </p:nvPr>
        </p:nvSpPr>
        <p:spPr>
          <a:xfrm>
            <a:off x="944258" y="563837"/>
            <a:ext cx="9822524" cy="84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7EED"/>
              </a:buClr>
              <a:buSzPts val="4800"/>
              <a:buNone/>
            </a:pPr>
            <a:r>
              <a:rPr b="1" lang="zh-TW" sz="4800">
                <a:solidFill>
                  <a:srgbClr val="F67E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我們的約定</a:t>
            </a:r>
            <a:endParaRPr/>
          </a:p>
        </p:txBody>
      </p:sp>
      <p:sp>
        <p:nvSpPr>
          <p:cNvPr id="874" name="Google Shape;874;p27"/>
          <p:cNvSpPr txBox="1"/>
          <p:nvPr/>
        </p:nvSpPr>
        <p:spPr>
          <a:xfrm>
            <a:off x="755073" y="1908034"/>
            <a:ext cx="9037855" cy="302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☆不舒服不能忍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☆有禮貌不能少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☆關於安全沒有特權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8"/>
          <p:cNvSpPr txBox="1"/>
          <p:nvPr>
            <p:ph type="title"/>
          </p:nvPr>
        </p:nvSpPr>
        <p:spPr>
          <a:xfrm>
            <a:off x="1138567" y="159392"/>
            <a:ext cx="8347048" cy="497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2800"/>
              <a:buNone/>
            </a:pPr>
            <a:r>
              <a:rPr b="1" lang="zh-TW" sz="2800">
                <a:solidFill>
                  <a:srgbClr val="37373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</a:t>
            </a:r>
            <a:endParaRPr b="1" sz="2800">
              <a:solidFill>
                <a:srgbClr val="0070C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1" name="Google Shape;881;p28"/>
          <p:cNvSpPr txBox="1"/>
          <p:nvPr/>
        </p:nvSpPr>
        <p:spPr>
          <a:xfrm>
            <a:off x="1847190" y="1402764"/>
            <a:ext cx="6607205" cy="24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感謝您今晚的蒞臨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未來的日子裡，讓我們一同合作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為孩子編織美麗的夢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Back_To_School">
      <a:dk1>
        <a:srgbClr val="000000"/>
      </a:dk1>
      <a:lt1>
        <a:srgbClr val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返校 16x9">
  <a:themeElements>
    <a:clrScheme name="Back_To_School">
      <a:dk1>
        <a:srgbClr val="000000"/>
      </a:dk1>
      <a:lt1>
        <a:srgbClr val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